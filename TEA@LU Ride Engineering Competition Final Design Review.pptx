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0" r:id="rId4"/>
  </p:sldMasterIdLst>
  <p:notesMasterIdLst>
    <p:notesMasterId r:id="rId42"/>
  </p:notesMasterIdLst>
  <p:sldIdLst>
    <p:sldId id="256" r:id="rId5"/>
    <p:sldId id="410" r:id="rId6"/>
    <p:sldId id="386" r:id="rId7"/>
    <p:sldId id="437" r:id="rId8"/>
    <p:sldId id="403" r:id="rId9"/>
    <p:sldId id="405" r:id="rId10"/>
    <p:sldId id="407" r:id="rId11"/>
    <p:sldId id="409" r:id="rId12"/>
    <p:sldId id="425" r:id="rId13"/>
    <p:sldId id="400" r:id="rId14"/>
    <p:sldId id="398" r:id="rId15"/>
    <p:sldId id="397" r:id="rId16"/>
    <p:sldId id="424" r:id="rId17"/>
    <p:sldId id="426" r:id="rId18"/>
    <p:sldId id="385" r:id="rId19"/>
    <p:sldId id="433" r:id="rId20"/>
    <p:sldId id="411" r:id="rId21"/>
    <p:sldId id="387" r:id="rId22"/>
    <p:sldId id="429" r:id="rId23"/>
    <p:sldId id="416" r:id="rId24"/>
    <p:sldId id="413" r:id="rId25"/>
    <p:sldId id="392" r:id="rId26"/>
    <p:sldId id="436" r:id="rId27"/>
    <p:sldId id="439" r:id="rId28"/>
    <p:sldId id="434" r:id="rId29"/>
    <p:sldId id="388" r:id="rId30"/>
    <p:sldId id="422" r:id="rId31"/>
    <p:sldId id="423" r:id="rId32"/>
    <p:sldId id="390" r:id="rId33"/>
    <p:sldId id="431" r:id="rId34"/>
    <p:sldId id="432" r:id="rId35"/>
    <p:sldId id="418" r:id="rId36"/>
    <p:sldId id="438" r:id="rId37"/>
    <p:sldId id="419" r:id="rId38"/>
    <p:sldId id="427" r:id="rId39"/>
    <p:sldId id="274" r:id="rId40"/>
    <p:sldId id="382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422F03-CBDA-4999-8B89-4B2F49E3E34A}" v="4878" dt="2026-02-22T18:34:49.7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630" autoAdjust="0"/>
  </p:normalViewPr>
  <p:slideViewPr>
    <p:cSldViewPr snapToGrid="0">
      <p:cViewPr varScale="1">
        <p:scale>
          <a:sx n="60" d="100"/>
          <a:sy n="60" d="100"/>
        </p:scale>
        <p:origin x="78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rter, Matthew David" userId="S::mporter62@liberty.edu::62c17793-42f7-46e1-8205-8beb1fd7d244" providerId="AD" clId="Web-{22A05163-90FA-0931-A197-C0BD4290366B}"/>
    <pc:docChg chg="addSld delSld modSld">
      <pc:chgData name="Porter, Matthew David" userId="S::mporter62@liberty.edu::62c17793-42f7-46e1-8205-8beb1fd7d244" providerId="AD" clId="Web-{22A05163-90FA-0931-A197-C0BD4290366B}" dt="2026-02-19T21:10:58.126" v="37" actId="14100"/>
      <pc:docMkLst>
        <pc:docMk/>
      </pc:docMkLst>
      <pc:sldChg chg="modSp">
        <pc:chgData name="Porter, Matthew David" userId="S::mporter62@liberty.edu::62c17793-42f7-46e1-8205-8beb1fd7d244" providerId="AD" clId="Web-{22A05163-90FA-0931-A197-C0BD4290366B}" dt="2026-02-19T21:10:42.547" v="36" actId="14100"/>
        <pc:sldMkLst>
          <pc:docMk/>
          <pc:sldMk cId="2096889256" sldId="392"/>
        </pc:sldMkLst>
      </pc:sldChg>
      <pc:sldChg chg="modSp">
        <pc:chgData name="Porter, Matthew David" userId="S::mporter62@liberty.edu::62c17793-42f7-46e1-8205-8beb1fd7d244" providerId="AD" clId="Web-{22A05163-90FA-0931-A197-C0BD4290366B}" dt="2026-02-19T20:57:53.923" v="34" actId="1076"/>
        <pc:sldMkLst>
          <pc:docMk/>
          <pc:sldMk cId="2908857443" sldId="410"/>
        </pc:sldMkLst>
        <pc:graphicFrameChg chg="mod">
          <ac:chgData name="Porter, Matthew David" userId="S::mporter62@liberty.edu::62c17793-42f7-46e1-8205-8beb1fd7d244" providerId="AD" clId="Web-{22A05163-90FA-0931-A197-C0BD4290366B}" dt="2026-02-19T20:57:53.923" v="34" actId="1076"/>
          <ac:graphicFrameMkLst>
            <pc:docMk/>
            <pc:sldMk cId="2908857443" sldId="410"/>
            <ac:graphicFrameMk id="5" creationId="{1ED42C5E-C274-80BB-C2FC-38E091E09070}"/>
          </ac:graphicFrameMkLst>
        </pc:graphicFrameChg>
      </pc:sldChg>
      <pc:sldChg chg="modSp">
        <pc:chgData name="Porter, Matthew David" userId="S::mporter62@liberty.edu::62c17793-42f7-46e1-8205-8beb1fd7d244" providerId="AD" clId="Web-{22A05163-90FA-0931-A197-C0BD4290366B}" dt="2026-02-19T21:09:50.578" v="35" actId="14100"/>
        <pc:sldMkLst>
          <pc:docMk/>
          <pc:sldMk cId="3189724597" sldId="413"/>
        </pc:sldMkLst>
      </pc:sldChg>
    </pc:docChg>
  </pc:docChgLst>
  <pc:docChgLst>
    <pc:chgData name="Anderson, Bernard" userId="S::blanderson8@liberty.edu::a0adcf93-623a-4951-aa95-e248184b1f11" providerId="AD" clId="Web-{9CE9C82C-5267-F016-ACBE-9E790934F115}"/>
    <pc:docChg chg="addSld delSld modSld">
      <pc:chgData name="Anderson, Bernard" userId="S::blanderson8@liberty.edu::a0adcf93-623a-4951-aa95-e248184b1f11" providerId="AD" clId="Web-{9CE9C82C-5267-F016-ACBE-9E790934F115}" dt="2026-02-19T20:45:38.430" v="416" actId="1076"/>
      <pc:docMkLst>
        <pc:docMk/>
      </pc:docMkLst>
      <pc:sldChg chg="modSp">
        <pc:chgData name="Anderson, Bernard" userId="S::blanderson8@liberty.edu::a0adcf93-623a-4951-aa95-e248184b1f11" providerId="AD" clId="Web-{9CE9C82C-5267-F016-ACBE-9E790934F115}" dt="2026-02-19T20:26:17.852" v="314" actId="20577"/>
        <pc:sldMkLst>
          <pc:docMk/>
          <pc:sldMk cId="3555102148" sldId="274"/>
        </pc:sldMkLst>
        <pc:spChg chg="mod">
          <ac:chgData name="Anderson, Bernard" userId="S::blanderson8@liberty.edu::a0adcf93-623a-4951-aa95-e248184b1f11" providerId="AD" clId="Web-{9CE9C82C-5267-F016-ACBE-9E790934F115}" dt="2026-02-19T19:37:41.321" v="107" actId="20577"/>
          <ac:spMkLst>
            <pc:docMk/>
            <pc:sldMk cId="3555102148" sldId="274"/>
            <ac:spMk id="2" creationId="{E85E3787-6BD2-8014-3530-3BE2FB3A814B}"/>
          </ac:spMkLst>
        </pc:spChg>
        <pc:graphicFrameChg chg="modGraphic">
          <ac:chgData name="Anderson, Bernard" userId="S::blanderson8@liberty.edu::a0adcf93-623a-4951-aa95-e248184b1f11" providerId="AD" clId="Web-{9CE9C82C-5267-F016-ACBE-9E790934F115}" dt="2026-02-19T20:26:17.852" v="314" actId="20577"/>
          <ac:graphicFrameMkLst>
            <pc:docMk/>
            <pc:sldMk cId="3555102148" sldId="274"/>
            <ac:graphicFrameMk id="5" creationId="{D2EB31F5-4497-A3ED-2C34-BBA5DC2F76FD}"/>
          </ac:graphicFrameMkLst>
        </pc:graphicFrameChg>
      </pc:sldChg>
      <pc:sldChg chg="modSp">
        <pc:chgData name="Anderson, Bernard" userId="S::blanderson8@liberty.edu::a0adcf93-623a-4951-aa95-e248184b1f11" providerId="AD" clId="Web-{9CE9C82C-5267-F016-ACBE-9E790934F115}" dt="2026-02-19T20:43:48.555" v="408" actId="14100"/>
        <pc:sldMkLst>
          <pc:docMk/>
          <pc:sldMk cId="4028100950" sldId="397"/>
        </pc:sldMkLst>
        <pc:spChg chg="mod">
          <ac:chgData name="Anderson, Bernard" userId="S::blanderson8@liberty.edu::a0adcf93-623a-4951-aa95-e248184b1f11" providerId="AD" clId="Web-{9CE9C82C-5267-F016-ACBE-9E790934F115}" dt="2026-02-19T20:43:48.555" v="408" actId="14100"/>
          <ac:spMkLst>
            <pc:docMk/>
            <pc:sldMk cId="4028100950" sldId="397"/>
            <ac:spMk id="2" creationId="{BF31600A-BD31-F8E0-31CA-DC9EC251762A}"/>
          </ac:spMkLst>
        </pc:spChg>
        <pc:spChg chg="mod">
          <ac:chgData name="Anderson, Bernard" userId="S::blanderson8@liberty.edu::a0adcf93-623a-4951-aa95-e248184b1f11" providerId="AD" clId="Web-{9CE9C82C-5267-F016-ACBE-9E790934F115}" dt="2026-02-19T20:43:14.258" v="403" actId="14100"/>
          <ac:spMkLst>
            <pc:docMk/>
            <pc:sldMk cId="4028100950" sldId="397"/>
            <ac:spMk id="3" creationId="{88644AB9-8571-7356-92C8-C3DA6BCF8317}"/>
          </ac:spMkLst>
        </pc:spChg>
      </pc:sldChg>
      <pc:sldChg chg="modSp">
        <pc:chgData name="Anderson, Bernard" userId="S::blanderson8@liberty.edu::a0adcf93-623a-4951-aa95-e248184b1f11" providerId="AD" clId="Web-{9CE9C82C-5267-F016-ACBE-9E790934F115}" dt="2026-02-19T20:42:39.774" v="400" actId="1076"/>
        <pc:sldMkLst>
          <pc:docMk/>
          <pc:sldMk cId="2192267939" sldId="398"/>
        </pc:sldMkLst>
        <pc:picChg chg="mod">
          <ac:chgData name="Anderson, Bernard" userId="S::blanderson8@liberty.edu::a0adcf93-623a-4951-aa95-e248184b1f11" providerId="AD" clId="Web-{9CE9C82C-5267-F016-ACBE-9E790934F115}" dt="2026-02-19T20:42:39.774" v="400" actId="1076"/>
          <ac:picMkLst>
            <pc:docMk/>
            <pc:sldMk cId="2192267939" sldId="398"/>
            <ac:picMk id="6" creationId="{C1994DA6-8C3E-0D7F-C09B-952E72AFF1C9}"/>
          </ac:picMkLst>
        </pc:picChg>
      </pc:sldChg>
      <pc:sldChg chg="modSp">
        <pc:chgData name="Anderson, Bernard" userId="S::blanderson8@liberty.edu::a0adcf93-623a-4951-aa95-e248184b1f11" providerId="AD" clId="Web-{9CE9C82C-5267-F016-ACBE-9E790934F115}" dt="2026-02-19T20:42:03.445" v="396" actId="1076"/>
        <pc:sldMkLst>
          <pc:docMk/>
          <pc:sldMk cId="3912736753" sldId="400"/>
        </pc:sldMkLst>
        <pc:spChg chg="mod">
          <ac:chgData name="Anderson, Bernard" userId="S::blanderson8@liberty.edu::a0adcf93-623a-4951-aa95-e248184b1f11" providerId="AD" clId="Web-{9CE9C82C-5267-F016-ACBE-9E790934F115}" dt="2026-02-19T20:32:31.789" v="385" actId="14100"/>
          <ac:spMkLst>
            <pc:docMk/>
            <pc:sldMk cId="3912736753" sldId="400"/>
            <ac:spMk id="2" creationId="{1F66B7B5-FA60-3732-181E-E13FF787D9A9}"/>
          </ac:spMkLst>
        </pc:spChg>
        <pc:spChg chg="mod">
          <ac:chgData name="Anderson, Bernard" userId="S::blanderson8@liberty.edu::a0adcf93-623a-4951-aa95-e248184b1f11" providerId="AD" clId="Web-{9CE9C82C-5267-F016-ACBE-9E790934F115}" dt="2026-02-19T20:42:03.445" v="396" actId="1076"/>
          <ac:spMkLst>
            <pc:docMk/>
            <pc:sldMk cId="3912736753" sldId="400"/>
            <ac:spMk id="3" creationId="{F098DC84-5144-9E1B-5FA9-36AC17E96EDF}"/>
          </ac:spMkLst>
        </pc:spChg>
      </pc:sldChg>
      <pc:sldChg chg="delSp">
        <pc:chgData name="Anderson, Bernard" userId="S::blanderson8@liberty.edu::a0adcf93-623a-4951-aa95-e248184b1f11" providerId="AD" clId="Web-{9CE9C82C-5267-F016-ACBE-9E790934F115}" dt="2026-02-19T20:27:48.602" v="317"/>
        <pc:sldMkLst>
          <pc:docMk/>
          <pc:sldMk cId="3911201822" sldId="403"/>
        </pc:sldMkLst>
      </pc:sldChg>
      <pc:sldChg chg="modSp">
        <pc:chgData name="Anderson, Bernard" userId="S::blanderson8@liberty.edu::a0adcf93-623a-4951-aa95-e248184b1f11" providerId="AD" clId="Web-{9CE9C82C-5267-F016-ACBE-9E790934F115}" dt="2026-02-19T20:28:24.695" v="323" actId="1076"/>
        <pc:sldMkLst>
          <pc:docMk/>
          <pc:sldMk cId="1011055461" sldId="405"/>
        </pc:sldMkLst>
        <pc:spChg chg="mod">
          <ac:chgData name="Anderson, Bernard" userId="S::blanderson8@liberty.edu::a0adcf93-623a-4951-aa95-e248184b1f11" providerId="AD" clId="Web-{9CE9C82C-5267-F016-ACBE-9E790934F115}" dt="2026-02-19T20:28:16.336" v="321" actId="14100"/>
          <ac:spMkLst>
            <pc:docMk/>
            <pc:sldMk cId="1011055461" sldId="405"/>
            <ac:spMk id="2" creationId="{315F8C55-0D17-411C-7DE2-383FEBD99830}"/>
          </ac:spMkLst>
        </pc:spChg>
        <pc:picChg chg="mod">
          <ac:chgData name="Anderson, Bernard" userId="S::blanderson8@liberty.edu::a0adcf93-623a-4951-aa95-e248184b1f11" providerId="AD" clId="Web-{9CE9C82C-5267-F016-ACBE-9E790934F115}" dt="2026-02-19T20:28:24.695" v="323" actId="1076"/>
          <ac:picMkLst>
            <pc:docMk/>
            <pc:sldMk cId="1011055461" sldId="405"/>
            <ac:picMk id="5" creationId="{69CADC11-1742-180A-7FA0-32E2C8E6B3D1}"/>
          </ac:picMkLst>
        </pc:picChg>
      </pc:sldChg>
      <pc:sldChg chg="modSp">
        <pc:chgData name="Anderson, Bernard" userId="S::blanderson8@liberty.edu::a0adcf93-623a-4951-aa95-e248184b1f11" providerId="AD" clId="Web-{9CE9C82C-5267-F016-ACBE-9E790934F115}" dt="2026-02-19T20:30:56.305" v="368" actId="1076"/>
        <pc:sldMkLst>
          <pc:docMk/>
          <pc:sldMk cId="2316651216" sldId="407"/>
        </pc:sldMkLst>
        <pc:spChg chg="mod">
          <ac:chgData name="Anderson, Bernard" userId="S::blanderson8@liberty.edu::a0adcf93-623a-4951-aa95-e248184b1f11" providerId="AD" clId="Web-{9CE9C82C-5267-F016-ACBE-9E790934F115}" dt="2026-02-19T20:28:50.649" v="328" actId="14100"/>
          <ac:spMkLst>
            <pc:docMk/>
            <pc:sldMk cId="2316651216" sldId="407"/>
            <ac:spMk id="2" creationId="{46BD6B09-BAD9-2CC8-0AA3-F514E01196ED}"/>
          </ac:spMkLst>
        </pc:spChg>
        <pc:spChg chg="mod">
          <ac:chgData name="Anderson, Bernard" userId="S::blanderson8@liberty.edu::a0adcf93-623a-4951-aa95-e248184b1f11" providerId="AD" clId="Web-{9CE9C82C-5267-F016-ACBE-9E790934F115}" dt="2026-02-19T20:30:56.258" v="365" actId="1076"/>
          <ac:spMkLst>
            <pc:docMk/>
            <pc:sldMk cId="2316651216" sldId="407"/>
            <ac:spMk id="3" creationId="{1D0EEE55-77CE-4775-133E-FBDEDA6A9DF2}"/>
          </ac:spMkLst>
        </pc:spChg>
        <pc:spChg chg="mod">
          <ac:chgData name="Anderson, Bernard" userId="S::blanderson8@liberty.edu::a0adcf93-623a-4951-aa95-e248184b1f11" providerId="AD" clId="Web-{9CE9C82C-5267-F016-ACBE-9E790934F115}" dt="2026-02-19T20:30:56.289" v="367" actId="1076"/>
          <ac:spMkLst>
            <pc:docMk/>
            <pc:sldMk cId="2316651216" sldId="407"/>
            <ac:spMk id="9" creationId="{2DA27AEA-B93B-CD86-4FA8-7F519C36042A}"/>
          </ac:spMkLst>
        </pc:spChg>
        <pc:picChg chg="mod">
          <ac:chgData name="Anderson, Bernard" userId="S::blanderson8@liberty.edu::a0adcf93-623a-4951-aa95-e248184b1f11" providerId="AD" clId="Web-{9CE9C82C-5267-F016-ACBE-9E790934F115}" dt="2026-02-19T20:30:56.274" v="366" actId="1076"/>
          <ac:picMkLst>
            <pc:docMk/>
            <pc:sldMk cId="2316651216" sldId="407"/>
            <ac:picMk id="7" creationId="{EB3BE5F4-A348-2662-140F-CAAE4C12122D}"/>
          </ac:picMkLst>
        </pc:picChg>
        <pc:picChg chg="mod">
          <ac:chgData name="Anderson, Bernard" userId="S::blanderson8@liberty.edu::a0adcf93-623a-4951-aa95-e248184b1f11" providerId="AD" clId="Web-{9CE9C82C-5267-F016-ACBE-9E790934F115}" dt="2026-02-19T20:30:56.305" v="368" actId="1076"/>
          <ac:picMkLst>
            <pc:docMk/>
            <pc:sldMk cId="2316651216" sldId="407"/>
            <ac:picMk id="11" creationId="{AF924F1D-4114-883E-D36D-9837001E80B0}"/>
          </ac:picMkLst>
        </pc:picChg>
      </pc:sldChg>
      <pc:sldChg chg="modSp">
        <pc:chgData name="Anderson, Bernard" userId="S::blanderson8@liberty.edu::a0adcf93-623a-4951-aa95-e248184b1f11" providerId="AD" clId="Web-{9CE9C82C-5267-F016-ACBE-9E790934F115}" dt="2026-02-19T20:31:58.555" v="379" actId="14100"/>
        <pc:sldMkLst>
          <pc:docMk/>
          <pc:sldMk cId="2282340551" sldId="409"/>
        </pc:sldMkLst>
        <pc:spChg chg="mod">
          <ac:chgData name="Anderson, Bernard" userId="S::blanderson8@liberty.edu::a0adcf93-623a-4951-aa95-e248184b1f11" providerId="AD" clId="Web-{9CE9C82C-5267-F016-ACBE-9E790934F115}" dt="2026-02-19T20:31:20.664" v="372" actId="14100"/>
          <ac:spMkLst>
            <pc:docMk/>
            <pc:sldMk cId="2282340551" sldId="409"/>
            <ac:spMk id="2" creationId="{B9D6CA05-FFA3-EE23-B82D-4543BD4E830C}"/>
          </ac:spMkLst>
        </pc:spChg>
        <pc:spChg chg="mod">
          <ac:chgData name="Anderson, Bernard" userId="S::blanderson8@liberty.edu::a0adcf93-623a-4951-aa95-e248184b1f11" providerId="AD" clId="Web-{9CE9C82C-5267-F016-ACBE-9E790934F115}" dt="2026-02-19T20:31:58.555" v="379" actId="14100"/>
          <ac:spMkLst>
            <pc:docMk/>
            <pc:sldMk cId="2282340551" sldId="409"/>
            <ac:spMk id="9" creationId="{2BAFEEAC-77BA-F954-4A0B-7950CE2B46AA}"/>
          </ac:spMkLst>
        </pc:spChg>
        <pc:picChg chg="mod">
          <ac:chgData name="Anderson, Bernard" userId="S::blanderson8@liberty.edu::a0adcf93-623a-4951-aa95-e248184b1f11" providerId="AD" clId="Web-{9CE9C82C-5267-F016-ACBE-9E790934F115}" dt="2026-02-19T20:31:29.492" v="373" actId="1076"/>
          <ac:picMkLst>
            <pc:docMk/>
            <pc:sldMk cId="2282340551" sldId="409"/>
            <ac:picMk id="10" creationId="{9ECC6ABE-C767-844D-1D54-BB71CE7902BB}"/>
          </ac:picMkLst>
        </pc:picChg>
      </pc:sldChg>
      <pc:sldChg chg="modSp">
        <pc:chgData name="Anderson, Bernard" userId="S::blanderson8@liberty.edu::a0adcf93-623a-4951-aa95-e248184b1f11" providerId="AD" clId="Web-{9CE9C82C-5267-F016-ACBE-9E790934F115}" dt="2026-02-19T20:27:08.414" v="316"/>
        <pc:sldMkLst>
          <pc:docMk/>
          <pc:sldMk cId="2908857443" sldId="410"/>
        </pc:sldMkLst>
        <pc:graphicFrameChg chg="modGraphic">
          <ac:chgData name="Anderson, Bernard" userId="S::blanderson8@liberty.edu::a0adcf93-623a-4951-aa95-e248184b1f11" providerId="AD" clId="Web-{9CE9C82C-5267-F016-ACBE-9E790934F115}" dt="2026-02-19T20:27:08.414" v="316"/>
          <ac:graphicFrameMkLst>
            <pc:docMk/>
            <pc:sldMk cId="2908857443" sldId="410"/>
            <ac:graphicFrameMk id="5" creationId="{1ED42C5E-C274-80BB-C2FC-38E091E09070}"/>
          </ac:graphicFrameMkLst>
        </pc:graphicFrameChg>
      </pc:sldChg>
      <pc:sldChg chg="addSp delSp modSp modNotes">
        <pc:chgData name="Anderson, Bernard" userId="S::blanderson8@liberty.edu::a0adcf93-623a-4951-aa95-e248184b1f11" providerId="AD" clId="Web-{9CE9C82C-5267-F016-ACBE-9E790934F115}" dt="2026-02-19T20:45:38.430" v="416" actId="1076"/>
        <pc:sldMkLst>
          <pc:docMk/>
          <pc:sldMk cId="1213946849" sldId="419"/>
        </pc:sldMkLst>
        <pc:spChg chg="mod">
          <ac:chgData name="Anderson, Bernard" userId="S::blanderson8@liberty.edu::a0adcf93-623a-4951-aa95-e248184b1f11" providerId="AD" clId="Web-{9CE9C82C-5267-F016-ACBE-9E790934F115}" dt="2026-02-19T19:36:24.962" v="104"/>
          <ac:spMkLst>
            <pc:docMk/>
            <pc:sldMk cId="1213946849" sldId="419"/>
            <ac:spMk id="2" creationId="{19196150-658C-4D19-19A6-4693D4914E2E}"/>
          </ac:spMkLst>
        </pc:spChg>
        <pc:graphicFrameChg chg="add mod modGraphic">
          <ac:chgData name="Anderson, Bernard" userId="S::blanderson8@liberty.edu::a0adcf93-623a-4951-aa95-e248184b1f11" providerId="AD" clId="Web-{9CE9C82C-5267-F016-ACBE-9E790934F115}" dt="2026-02-19T20:45:38.430" v="416" actId="1076"/>
          <ac:graphicFrameMkLst>
            <pc:docMk/>
            <pc:sldMk cId="1213946849" sldId="419"/>
            <ac:graphicFrameMk id="6" creationId="{7BA0248D-532E-1080-DA46-C8890E74C6CD}"/>
          </ac:graphicFrameMkLst>
        </pc:graphicFrameChg>
      </pc:sldChg>
      <pc:sldChg chg="addSp delSp modSp new">
        <pc:chgData name="Anderson, Bernard" userId="S::blanderson8@liberty.edu::a0adcf93-623a-4951-aa95-e248184b1f11" providerId="AD" clId="Web-{9CE9C82C-5267-F016-ACBE-9E790934F115}" dt="2026-02-19T20:20:05.836" v="232" actId="1076"/>
        <pc:sldMkLst>
          <pc:docMk/>
          <pc:sldMk cId="3732337066" sldId="424"/>
        </pc:sldMkLst>
        <pc:spChg chg="mod">
          <ac:chgData name="Anderson, Bernard" userId="S::blanderson8@liberty.edu::a0adcf93-623a-4951-aa95-e248184b1f11" providerId="AD" clId="Web-{9CE9C82C-5267-F016-ACBE-9E790934F115}" dt="2026-02-19T20:19:40.820" v="230" actId="1076"/>
          <ac:spMkLst>
            <pc:docMk/>
            <pc:sldMk cId="3732337066" sldId="424"/>
            <ac:spMk id="2" creationId="{51E6039B-AB18-374C-6B80-9D7D519B5A42}"/>
          </ac:spMkLst>
        </pc:spChg>
      </pc:sldChg>
    </pc:docChg>
  </pc:docChgLst>
  <pc:docChgLst>
    <pc:chgData name="Anderson, Bernard" userId="S::blanderson8@liberty.edu::a0adcf93-623a-4951-aa95-e248184b1f11" providerId="AD" clId="Web-{D598A6D2-BF7B-1B3A-3107-43F3B0AC191B}"/>
    <pc:docChg chg="modSld">
      <pc:chgData name="Anderson, Bernard" userId="S::blanderson8@liberty.edu::a0adcf93-623a-4951-aa95-e248184b1f11" providerId="AD" clId="Web-{D598A6D2-BF7B-1B3A-3107-43F3B0AC191B}" dt="2026-02-22T18:03:27.494" v="187"/>
      <pc:docMkLst>
        <pc:docMk/>
      </pc:docMkLst>
      <pc:sldChg chg="modSp modNotes">
        <pc:chgData name="Anderson, Bernard" userId="S::blanderson8@liberty.edu::a0adcf93-623a-4951-aa95-e248184b1f11" providerId="AD" clId="Web-{D598A6D2-BF7B-1B3A-3107-43F3B0AC191B}" dt="2026-02-22T18:03:27.494" v="187"/>
        <pc:sldMkLst>
          <pc:docMk/>
          <pc:sldMk cId="1213946849" sldId="419"/>
        </pc:sldMkLst>
        <pc:graphicFrameChg chg="mod modGraphic">
          <ac:chgData name="Anderson, Bernard" userId="S::blanderson8@liberty.edu::a0adcf93-623a-4951-aa95-e248184b1f11" providerId="AD" clId="Web-{D598A6D2-BF7B-1B3A-3107-43F3B0AC191B}" dt="2026-02-22T17:55:18.549" v="26" actId="1076"/>
          <ac:graphicFrameMkLst>
            <pc:docMk/>
            <pc:sldMk cId="1213946849" sldId="419"/>
            <ac:graphicFrameMk id="6" creationId="{7BA0248D-532E-1080-DA46-C8890E74C6CD}"/>
          </ac:graphicFrameMkLst>
        </pc:graphicFrameChg>
      </pc:sldChg>
    </pc:docChg>
  </pc:docChgLst>
  <pc:docChgLst>
    <pc:chgData name="Anderson, Bernard" userId="a0adcf93-623a-4951-aa95-e248184b1f11" providerId="ADAL" clId="{56F082E5-3F57-43A5-ADCE-16C96B83CE45}"/>
    <pc:docChg chg="undo custSel addSld delSld modSld">
      <pc:chgData name="Anderson, Bernard" userId="a0adcf93-623a-4951-aa95-e248184b1f11" providerId="ADAL" clId="{56F082E5-3F57-43A5-ADCE-16C96B83CE45}" dt="2026-02-19T18:03:49.936" v="17" actId="478"/>
      <pc:docMkLst>
        <pc:docMk/>
      </pc:docMkLst>
      <pc:sldChg chg="addSp delSp modSp mod">
        <pc:chgData name="Anderson, Bernard" userId="a0adcf93-623a-4951-aa95-e248184b1f11" providerId="ADAL" clId="{56F082E5-3F57-43A5-ADCE-16C96B83CE45}" dt="2026-02-19T17:55:40.445" v="14" actId="1076"/>
        <pc:sldMkLst>
          <pc:docMk/>
          <pc:sldMk cId="3985751841" sldId="387"/>
        </pc:sldMkLst>
      </pc:sldChg>
      <pc:sldChg chg="delSp add del mod">
        <pc:chgData name="Anderson, Bernard" userId="a0adcf93-623a-4951-aa95-e248184b1f11" providerId="ADAL" clId="{56F082E5-3F57-43A5-ADCE-16C96B83CE45}" dt="2026-02-19T18:03:49.936" v="17" actId="478"/>
        <pc:sldMkLst>
          <pc:docMk/>
          <pc:sldMk cId="3189724597" sldId="413"/>
        </pc:sldMkLst>
      </pc:sldChg>
    </pc:docChg>
  </pc:docChgLst>
  <pc:docChgLst>
    <pc:chgData name="Farinacci, Josiah" userId="0bb882b7-9fd4-4423-b9ee-18d0523b7fb7" providerId="ADAL" clId="{C99643BD-5EA5-40EC-9D3C-DD7794BA0B77}"/>
    <pc:docChg chg="undo custSel addSld delSld modSld sldOrd">
      <pc:chgData name="Farinacci, Josiah" userId="0bb882b7-9fd4-4423-b9ee-18d0523b7fb7" providerId="ADAL" clId="{C99643BD-5EA5-40EC-9D3C-DD7794BA0B77}" dt="2026-02-22T19:59:11.174" v="8424" actId="20577"/>
      <pc:docMkLst>
        <pc:docMk/>
      </pc:docMkLst>
      <pc:sldChg chg="modNotesTx">
        <pc:chgData name="Farinacci, Josiah" userId="0bb882b7-9fd4-4423-b9ee-18d0523b7fb7" providerId="ADAL" clId="{C99643BD-5EA5-40EC-9D3C-DD7794BA0B77}" dt="2026-02-22T17:49:37.100" v="7763" actId="20577"/>
        <pc:sldMkLst>
          <pc:docMk/>
          <pc:sldMk cId="3262433258" sldId="256"/>
        </pc:sldMkLst>
      </pc:sldChg>
      <pc:sldChg chg="delSp modSp add mod setBg delDesignElem">
        <pc:chgData name="Farinacci, Josiah" userId="0bb882b7-9fd4-4423-b9ee-18d0523b7fb7" providerId="ADAL" clId="{C99643BD-5EA5-40EC-9D3C-DD7794BA0B77}" dt="2026-02-19T19:15:44.350" v="3647" actId="20577"/>
        <pc:sldMkLst>
          <pc:docMk/>
          <pc:sldMk cId="3555102148" sldId="274"/>
        </pc:sldMkLst>
        <pc:graphicFrameChg chg="mod modGraphic">
          <ac:chgData name="Farinacci, Josiah" userId="0bb882b7-9fd4-4423-b9ee-18d0523b7fb7" providerId="ADAL" clId="{C99643BD-5EA5-40EC-9D3C-DD7794BA0B77}" dt="2026-02-19T19:15:44.350" v="3647" actId="20577"/>
          <ac:graphicFrameMkLst>
            <pc:docMk/>
            <pc:sldMk cId="3555102148" sldId="274"/>
            <ac:graphicFrameMk id="5" creationId="{D2EB31F5-4497-A3ED-2C34-BBA5DC2F76FD}"/>
          </ac:graphicFrameMkLst>
        </pc:graphicFrameChg>
      </pc:sldChg>
      <pc:sldChg chg="ord">
        <pc:chgData name="Farinacci, Josiah" userId="0bb882b7-9fd4-4423-b9ee-18d0523b7fb7" providerId="ADAL" clId="{C99643BD-5EA5-40EC-9D3C-DD7794BA0B77}" dt="2026-02-19T04:09:45.388" v="2635"/>
        <pc:sldMkLst>
          <pc:docMk/>
          <pc:sldMk cId="2100630003" sldId="382"/>
        </pc:sldMkLst>
      </pc:sldChg>
      <pc:sldChg chg="addSp delSp modSp new mod">
        <pc:chgData name="Farinacci, Josiah" userId="0bb882b7-9fd4-4423-b9ee-18d0523b7fb7" providerId="ADAL" clId="{C99643BD-5EA5-40EC-9D3C-DD7794BA0B77}" dt="2026-02-22T17:03:01.366" v="7068" actId="207"/>
        <pc:sldMkLst>
          <pc:docMk/>
          <pc:sldMk cId="1274747181" sldId="385"/>
        </pc:sldMkLst>
        <pc:spChg chg="mod">
          <ac:chgData name="Farinacci, Josiah" userId="0bb882b7-9fd4-4423-b9ee-18d0523b7fb7" providerId="ADAL" clId="{C99643BD-5EA5-40EC-9D3C-DD7794BA0B77}" dt="2026-02-21T18:26:29.367" v="6210" actId="1076"/>
          <ac:spMkLst>
            <pc:docMk/>
            <pc:sldMk cId="1274747181" sldId="385"/>
            <ac:spMk id="2" creationId="{80B09A6F-D0EE-0733-EA22-6112E543F3B9}"/>
          </ac:spMkLst>
        </pc:spChg>
        <pc:spChg chg="del mod">
          <ac:chgData name="Farinacci, Josiah" userId="0bb882b7-9fd4-4423-b9ee-18d0523b7fb7" providerId="ADAL" clId="{C99643BD-5EA5-40EC-9D3C-DD7794BA0B77}" dt="2026-02-22T17:02:53.130" v="7066" actId="26606"/>
          <ac:spMkLst>
            <pc:docMk/>
            <pc:sldMk cId="1274747181" sldId="385"/>
            <ac:spMk id="3" creationId="{44183716-B2A8-0D71-6811-115ED4DD98E0}"/>
          </ac:spMkLst>
        </pc:spChg>
        <pc:graphicFrameChg chg="add mod modGraphic">
          <ac:chgData name="Farinacci, Josiah" userId="0bb882b7-9fd4-4423-b9ee-18d0523b7fb7" providerId="ADAL" clId="{C99643BD-5EA5-40EC-9D3C-DD7794BA0B77}" dt="2026-02-22T17:03:01.366" v="7068" actId="207"/>
          <ac:graphicFrameMkLst>
            <pc:docMk/>
            <pc:sldMk cId="1274747181" sldId="385"/>
            <ac:graphicFrameMk id="6" creationId="{7E4E9829-CDC6-1BD8-91AE-07B145653A42}"/>
          </ac:graphicFrameMkLst>
        </pc:graphicFrameChg>
      </pc:sldChg>
      <pc:sldChg chg="addSp delSp modSp new mod ord">
        <pc:chgData name="Farinacci, Josiah" userId="0bb882b7-9fd4-4423-b9ee-18d0523b7fb7" providerId="ADAL" clId="{C99643BD-5EA5-40EC-9D3C-DD7794BA0B77}" dt="2026-02-22T17:00:24.491" v="6973" actId="20577"/>
        <pc:sldMkLst>
          <pc:docMk/>
          <pc:sldMk cId="1674875312" sldId="386"/>
        </pc:sldMkLst>
        <pc:spChg chg="mod">
          <ac:chgData name="Farinacci, Josiah" userId="0bb882b7-9fd4-4423-b9ee-18d0523b7fb7" providerId="ADAL" clId="{C99643BD-5EA5-40EC-9D3C-DD7794BA0B77}" dt="2026-02-18T19:18:12.580" v="114" actId="20577"/>
          <ac:spMkLst>
            <pc:docMk/>
            <pc:sldMk cId="1674875312" sldId="386"/>
            <ac:spMk id="2" creationId="{E2ECC741-70A6-90B1-BAB5-A9B18EB1CBEE}"/>
          </ac:spMkLst>
        </pc:spChg>
        <pc:graphicFrameChg chg="add modGraphic">
          <ac:chgData name="Farinacci, Josiah" userId="0bb882b7-9fd4-4423-b9ee-18d0523b7fb7" providerId="ADAL" clId="{C99643BD-5EA5-40EC-9D3C-DD7794BA0B77}" dt="2026-02-22T17:00:24.491" v="6973" actId="20577"/>
          <ac:graphicFrameMkLst>
            <pc:docMk/>
            <pc:sldMk cId="1674875312" sldId="386"/>
            <ac:graphicFrameMk id="12" creationId="{EB9E16E8-937B-3B8A-8089-19501BABDF21}"/>
          </ac:graphicFrameMkLst>
        </pc:graphicFrameChg>
      </pc:sldChg>
      <pc:sldChg chg="addSp delSp modSp new mod modNotesTx">
        <pc:chgData name="Farinacci, Josiah" userId="0bb882b7-9fd4-4423-b9ee-18d0523b7fb7" providerId="ADAL" clId="{C99643BD-5EA5-40EC-9D3C-DD7794BA0B77}" dt="2026-02-22T18:34:57.259" v="8420" actId="20577"/>
        <pc:sldMkLst>
          <pc:docMk/>
          <pc:sldMk cId="3985751841" sldId="387"/>
        </pc:sldMkLst>
        <pc:spChg chg="add del mod">
          <ac:chgData name="Farinacci, Josiah" userId="0bb882b7-9fd4-4423-b9ee-18d0523b7fb7" providerId="ADAL" clId="{C99643BD-5EA5-40EC-9D3C-DD7794BA0B77}" dt="2026-02-22T17:05:38.001" v="7156"/>
          <ac:spMkLst>
            <pc:docMk/>
            <pc:sldMk cId="3985751841" sldId="387"/>
            <ac:spMk id="2" creationId="{498E115F-5AB4-08CF-0219-FEC46058D456}"/>
          </ac:spMkLst>
        </pc:spChg>
        <pc:spChg chg="add mod">
          <ac:chgData name="Farinacci, Josiah" userId="0bb882b7-9fd4-4423-b9ee-18d0523b7fb7" providerId="ADAL" clId="{C99643BD-5EA5-40EC-9D3C-DD7794BA0B77}" dt="2026-02-22T17:04:15.078" v="7112" actId="20577"/>
          <ac:spMkLst>
            <pc:docMk/>
            <pc:sldMk cId="3985751841" sldId="387"/>
            <ac:spMk id="9" creationId="{A3A6908A-F6E3-D586-04D5-E1A070BF16B0}"/>
          </ac:spMkLst>
        </pc:spChg>
        <pc:picChg chg="add mod">
          <ac:chgData name="Farinacci, Josiah" userId="0bb882b7-9fd4-4423-b9ee-18d0523b7fb7" providerId="ADAL" clId="{C99643BD-5EA5-40EC-9D3C-DD7794BA0B77}" dt="2026-02-22T17:05:37.563" v="7154" actId="1076"/>
          <ac:picMkLst>
            <pc:docMk/>
            <pc:sldMk cId="3985751841" sldId="387"/>
            <ac:picMk id="12" creationId="{572F9099-8132-E49B-D66D-51A7BCC50302}"/>
          </ac:picMkLst>
        </pc:picChg>
      </pc:sldChg>
      <pc:sldChg chg="addSp delSp modSp new mod modNotesTx">
        <pc:chgData name="Farinacci, Josiah" userId="0bb882b7-9fd4-4423-b9ee-18d0523b7fb7" providerId="ADAL" clId="{C99643BD-5EA5-40EC-9D3C-DD7794BA0B77}" dt="2026-02-22T17:08:08.673" v="7232" actId="20577"/>
        <pc:sldMkLst>
          <pc:docMk/>
          <pc:sldMk cId="331534221" sldId="388"/>
        </pc:sldMkLst>
        <pc:spChg chg="add mod">
          <ac:chgData name="Farinacci, Josiah" userId="0bb882b7-9fd4-4423-b9ee-18d0523b7fb7" providerId="ADAL" clId="{C99643BD-5EA5-40EC-9D3C-DD7794BA0B77}" dt="2026-02-22T17:08:08.673" v="7232" actId="20577"/>
          <ac:spMkLst>
            <pc:docMk/>
            <pc:sldMk cId="331534221" sldId="388"/>
            <ac:spMk id="2" creationId="{91AAA671-7D80-5BB0-D806-18D70B63DB72}"/>
          </ac:spMkLst>
        </pc:spChg>
        <pc:spChg chg="add mod">
          <ac:chgData name="Farinacci, Josiah" userId="0bb882b7-9fd4-4423-b9ee-18d0523b7fb7" providerId="ADAL" clId="{C99643BD-5EA5-40EC-9D3C-DD7794BA0B77}" dt="2026-02-18T19:31:11.168" v="405" actId="20577"/>
          <ac:spMkLst>
            <pc:docMk/>
            <pc:sldMk cId="331534221" sldId="388"/>
            <ac:spMk id="9" creationId="{E2C13F41-52C5-382F-FF1D-CABEC8C256CF}"/>
          </ac:spMkLst>
        </pc:spChg>
        <pc:picChg chg="add mod">
          <ac:chgData name="Farinacci, Josiah" userId="0bb882b7-9fd4-4423-b9ee-18d0523b7fb7" providerId="ADAL" clId="{C99643BD-5EA5-40EC-9D3C-DD7794BA0B77}" dt="2026-02-22T17:07:24.853" v="7209" actId="1076"/>
          <ac:picMkLst>
            <pc:docMk/>
            <pc:sldMk cId="331534221" sldId="388"/>
            <ac:picMk id="3" creationId="{A461AD8F-65D7-98E1-F115-6C9D1C8E0109}"/>
          </ac:picMkLst>
        </pc:picChg>
      </pc:sldChg>
      <pc:sldChg chg="addSp delSp modSp new mod modNotesTx">
        <pc:chgData name="Farinacci, Josiah" userId="0bb882b7-9fd4-4423-b9ee-18d0523b7fb7" providerId="ADAL" clId="{C99643BD-5EA5-40EC-9D3C-DD7794BA0B77}" dt="2026-02-22T17:09:38.880" v="7312" actId="20577"/>
        <pc:sldMkLst>
          <pc:docMk/>
          <pc:sldMk cId="480732677" sldId="390"/>
        </pc:sldMkLst>
        <pc:spChg chg="add mod">
          <ac:chgData name="Farinacci, Josiah" userId="0bb882b7-9fd4-4423-b9ee-18d0523b7fb7" providerId="ADAL" clId="{C99643BD-5EA5-40EC-9D3C-DD7794BA0B77}" dt="2026-02-20T17:43:48.623" v="5855" actId="6549"/>
          <ac:spMkLst>
            <pc:docMk/>
            <pc:sldMk cId="480732677" sldId="390"/>
            <ac:spMk id="7" creationId="{FA10042F-9C2C-6ED0-44B7-21733687A676}"/>
          </ac:spMkLst>
        </pc:spChg>
        <pc:picChg chg="add mod">
          <ac:chgData name="Farinacci, Josiah" userId="0bb882b7-9fd4-4423-b9ee-18d0523b7fb7" providerId="ADAL" clId="{C99643BD-5EA5-40EC-9D3C-DD7794BA0B77}" dt="2026-02-20T17:45:43.981" v="5860" actId="27614"/>
          <ac:picMkLst>
            <pc:docMk/>
            <pc:sldMk cId="480732677" sldId="390"/>
            <ac:picMk id="8" creationId="{E594DB1A-AF23-4CFC-1160-087C00DB6972}"/>
          </ac:picMkLst>
        </pc:picChg>
      </pc:sldChg>
      <pc:sldChg chg="addSp delSp modSp new del mod modNotesTx">
        <pc:chgData name="Farinacci, Josiah" userId="0bb882b7-9fd4-4423-b9ee-18d0523b7fb7" providerId="ADAL" clId="{C99643BD-5EA5-40EC-9D3C-DD7794BA0B77}" dt="2026-02-21T18:21:18.126" v="6107" actId="2696"/>
        <pc:sldMkLst>
          <pc:docMk/>
          <pc:sldMk cId="3035789115" sldId="391"/>
        </pc:sldMkLst>
      </pc:sldChg>
      <pc:sldChg chg="addSp delSp modSp add mod modNotesTx">
        <pc:chgData name="Farinacci, Josiah" userId="0bb882b7-9fd4-4423-b9ee-18d0523b7fb7" providerId="ADAL" clId="{C99643BD-5EA5-40EC-9D3C-DD7794BA0B77}" dt="2026-02-22T18:34:26.209" v="8416" actId="313"/>
        <pc:sldMkLst>
          <pc:docMk/>
          <pc:sldMk cId="2096889256" sldId="392"/>
        </pc:sldMkLst>
        <pc:spChg chg="add mod">
          <ac:chgData name="Farinacci, Josiah" userId="0bb882b7-9fd4-4423-b9ee-18d0523b7fb7" providerId="ADAL" clId="{C99643BD-5EA5-40EC-9D3C-DD7794BA0B77}" dt="2026-02-21T18:27:07.007" v="6268" actId="6549"/>
          <ac:spMkLst>
            <pc:docMk/>
            <pc:sldMk cId="2096889256" sldId="392"/>
            <ac:spMk id="13" creationId="{CFAAB394-C760-BAAD-ADAA-481EEEBD50C4}"/>
          </ac:spMkLst>
        </pc:spChg>
        <pc:picChg chg="add mod">
          <ac:chgData name="Farinacci, Josiah" userId="0bb882b7-9fd4-4423-b9ee-18d0523b7fb7" providerId="ADAL" clId="{C99643BD-5EA5-40EC-9D3C-DD7794BA0B77}" dt="2026-02-20T02:32:59.048" v="5296" actId="27614"/>
          <ac:picMkLst>
            <pc:docMk/>
            <pc:sldMk cId="2096889256" sldId="392"/>
            <ac:picMk id="5" creationId="{9839FDFD-E214-2F98-EC2A-DDB83EDEF6B9}"/>
          </ac:picMkLst>
        </pc:picChg>
        <pc:picChg chg="add mod">
          <ac:chgData name="Farinacci, Josiah" userId="0bb882b7-9fd4-4423-b9ee-18d0523b7fb7" providerId="ADAL" clId="{C99643BD-5EA5-40EC-9D3C-DD7794BA0B77}" dt="2026-02-20T02:33:07.956" v="5299" actId="27614"/>
          <ac:picMkLst>
            <pc:docMk/>
            <pc:sldMk cId="2096889256" sldId="392"/>
            <ac:picMk id="8" creationId="{48843F28-F76A-7D19-624F-AB042D8CD751}"/>
          </ac:picMkLst>
        </pc:picChg>
      </pc:sldChg>
      <pc:sldChg chg="addSp delSp modSp new mod modNotesTx">
        <pc:chgData name="Farinacci, Josiah" userId="0bb882b7-9fd4-4423-b9ee-18d0523b7fb7" providerId="ADAL" clId="{C99643BD-5EA5-40EC-9D3C-DD7794BA0B77}" dt="2026-02-22T17:02:35.366" v="7065" actId="27636"/>
        <pc:sldMkLst>
          <pc:docMk/>
          <pc:sldMk cId="4028100950" sldId="397"/>
        </pc:sldMkLst>
        <pc:spChg chg="add mod">
          <ac:chgData name="Farinacci, Josiah" userId="0bb882b7-9fd4-4423-b9ee-18d0523b7fb7" providerId="ADAL" clId="{C99643BD-5EA5-40EC-9D3C-DD7794BA0B77}" dt="2026-02-22T17:02:35.366" v="7065" actId="27636"/>
          <ac:spMkLst>
            <pc:docMk/>
            <pc:sldMk cId="4028100950" sldId="397"/>
            <ac:spMk id="2" creationId="{BF31600A-BD31-F8E0-31CA-DC9EC251762A}"/>
          </ac:spMkLst>
        </pc:spChg>
        <pc:spChg chg="add del mod">
          <ac:chgData name="Farinacci, Josiah" userId="0bb882b7-9fd4-4423-b9ee-18d0523b7fb7" providerId="ADAL" clId="{C99643BD-5EA5-40EC-9D3C-DD7794BA0B77}" dt="2026-02-22T01:34:16.605" v="6908" actId="27636"/>
          <ac:spMkLst>
            <pc:docMk/>
            <pc:sldMk cId="4028100950" sldId="397"/>
            <ac:spMk id="3" creationId="{88644AB9-8571-7356-92C8-C3DA6BCF8317}"/>
          </ac:spMkLst>
        </pc:spChg>
        <pc:spChg chg="add mod">
          <ac:chgData name="Farinacci, Josiah" userId="0bb882b7-9fd4-4423-b9ee-18d0523b7fb7" providerId="ADAL" clId="{C99643BD-5EA5-40EC-9D3C-DD7794BA0B77}" dt="2026-02-19T03:45:17.360" v="1859" actId="20577"/>
          <ac:spMkLst>
            <pc:docMk/>
            <pc:sldMk cId="4028100950" sldId="397"/>
            <ac:spMk id="7" creationId="{8AE06058-8859-EDA6-8D68-8B207919BFF3}"/>
          </ac:spMkLst>
        </pc:spChg>
      </pc:sldChg>
      <pc:sldChg chg="addSp delSp modSp new mod ord">
        <pc:chgData name="Farinacci, Josiah" userId="0bb882b7-9fd4-4423-b9ee-18d0523b7fb7" providerId="ADAL" clId="{C99643BD-5EA5-40EC-9D3C-DD7794BA0B77}" dt="2026-02-19T04:05:51.407" v="2486" actId="1076"/>
        <pc:sldMkLst>
          <pc:docMk/>
          <pc:sldMk cId="2192267939" sldId="398"/>
        </pc:sldMkLst>
        <pc:spChg chg="mod">
          <ac:chgData name="Farinacci, Josiah" userId="0bb882b7-9fd4-4423-b9ee-18d0523b7fb7" providerId="ADAL" clId="{C99643BD-5EA5-40EC-9D3C-DD7794BA0B77}" dt="2026-02-19T03:44:22.893" v="1830" actId="20577"/>
          <ac:spMkLst>
            <pc:docMk/>
            <pc:sldMk cId="2192267939" sldId="398"/>
            <ac:spMk id="2" creationId="{E48B8E08-CB45-788C-3DB7-57D63AB8B796}"/>
          </ac:spMkLst>
        </pc:spChg>
        <pc:picChg chg="add mod">
          <ac:chgData name="Farinacci, Josiah" userId="0bb882b7-9fd4-4423-b9ee-18d0523b7fb7" providerId="ADAL" clId="{C99643BD-5EA5-40EC-9D3C-DD7794BA0B77}" dt="2026-02-19T04:05:51.407" v="2486" actId="1076"/>
          <ac:picMkLst>
            <pc:docMk/>
            <pc:sldMk cId="2192267939" sldId="398"/>
            <ac:picMk id="6" creationId="{C1994DA6-8C3E-0D7F-C09B-952E72AFF1C9}"/>
          </ac:picMkLst>
        </pc:picChg>
      </pc:sldChg>
      <pc:sldChg chg="addSp delSp modSp new mod">
        <pc:chgData name="Farinacci, Josiah" userId="0bb882b7-9fd4-4423-b9ee-18d0523b7fb7" providerId="ADAL" clId="{C99643BD-5EA5-40EC-9D3C-DD7794BA0B77}" dt="2026-02-19T19:35:00.480" v="3719" actId="22"/>
        <pc:sldMkLst>
          <pc:docMk/>
          <pc:sldMk cId="3912736753" sldId="400"/>
        </pc:sldMkLst>
        <pc:spChg chg="mod">
          <ac:chgData name="Farinacci, Josiah" userId="0bb882b7-9fd4-4423-b9ee-18d0523b7fb7" providerId="ADAL" clId="{C99643BD-5EA5-40EC-9D3C-DD7794BA0B77}" dt="2026-02-19T03:44:08.373" v="1781" actId="20577"/>
          <ac:spMkLst>
            <pc:docMk/>
            <pc:sldMk cId="3912736753" sldId="400"/>
            <ac:spMk id="2" creationId="{1F66B7B5-FA60-3732-181E-E13FF787D9A9}"/>
          </ac:spMkLst>
        </pc:spChg>
        <pc:spChg chg="mod">
          <ac:chgData name="Farinacci, Josiah" userId="0bb882b7-9fd4-4423-b9ee-18d0523b7fb7" providerId="ADAL" clId="{C99643BD-5EA5-40EC-9D3C-DD7794BA0B77}" dt="2026-02-19T04:06:13.766" v="2549" actId="20577"/>
          <ac:spMkLst>
            <pc:docMk/>
            <pc:sldMk cId="3912736753" sldId="400"/>
            <ac:spMk id="3" creationId="{F098DC84-5144-9E1B-5FA9-36AC17E96EDF}"/>
          </ac:spMkLst>
        </pc:spChg>
      </pc:sldChg>
      <pc:sldChg chg="addSp modSp new mod modNotesTx">
        <pc:chgData name="Farinacci, Josiah" userId="0bb882b7-9fd4-4423-b9ee-18d0523b7fb7" providerId="ADAL" clId="{C99643BD-5EA5-40EC-9D3C-DD7794BA0B77}" dt="2026-02-19T18:20:03.959" v="2850" actId="1076"/>
        <pc:sldMkLst>
          <pc:docMk/>
          <pc:sldMk cId="3911201822" sldId="403"/>
        </pc:sldMkLst>
        <pc:spChg chg="mod">
          <ac:chgData name="Farinacci, Josiah" userId="0bb882b7-9fd4-4423-b9ee-18d0523b7fb7" providerId="ADAL" clId="{C99643BD-5EA5-40EC-9D3C-DD7794BA0B77}" dt="2026-02-19T18:19:58.175" v="2849" actId="1076"/>
          <ac:spMkLst>
            <pc:docMk/>
            <pc:sldMk cId="3911201822" sldId="403"/>
            <ac:spMk id="2" creationId="{3FF01F4B-9ADA-A1F1-F6D2-15A83BBCA689}"/>
          </ac:spMkLst>
        </pc:spChg>
        <pc:picChg chg="add mod">
          <ac:chgData name="Farinacci, Josiah" userId="0bb882b7-9fd4-4423-b9ee-18d0523b7fb7" providerId="ADAL" clId="{C99643BD-5EA5-40EC-9D3C-DD7794BA0B77}" dt="2026-02-19T18:20:03.959" v="2850" actId="1076"/>
          <ac:picMkLst>
            <pc:docMk/>
            <pc:sldMk cId="3911201822" sldId="403"/>
            <ac:picMk id="6" creationId="{7F7DED2C-4BEB-0E23-8A68-EC7F23F797BD}"/>
          </ac:picMkLst>
        </pc:picChg>
      </pc:sldChg>
      <pc:sldChg chg="addSp delSp modSp new mod">
        <pc:chgData name="Farinacci, Josiah" userId="0bb882b7-9fd4-4423-b9ee-18d0523b7fb7" providerId="ADAL" clId="{C99643BD-5EA5-40EC-9D3C-DD7794BA0B77}" dt="2026-02-19T03:55:02.218" v="2292" actId="1076"/>
        <pc:sldMkLst>
          <pc:docMk/>
          <pc:sldMk cId="1011055461" sldId="405"/>
        </pc:sldMkLst>
        <pc:spChg chg="mod">
          <ac:chgData name="Farinacci, Josiah" userId="0bb882b7-9fd4-4423-b9ee-18d0523b7fb7" providerId="ADAL" clId="{C99643BD-5EA5-40EC-9D3C-DD7794BA0B77}" dt="2026-02-19T03:54:58.535" v="2290" actId="1076"/>
          <ac:spMkLst>
            <pc:docMk/>
            <pc:sldMk cId="1011055461" sldId="405"/>
            <ac:spMk id="2" creationId="{315F8C55-0D17-411C-7DE2-383FEBD99830}"/>
          </ac:spMkLst>
        </pc:spChg>
        <pc:picChg chg="add mod">
          <ac:chgData name="Farinacci, Josiah" userId="0bb882b7-9fd4-4423-b9ee-18d0523b7fb7" providerId="ADAL" clId="{C99643BD-5EA5-40EC-9D3C-DD7794BA0B77}" dt="2026-02-19T03:55:02.218" v="2292" actId="1076"/>
          <ac:picMkLst>
            <pc:docMk/>
            <pc:sldMk cId="1011055461" sldId="405"/>
            <ac:picMk id="5" creationId="{69CADC11-1742-180A-7FA0-32E2C8E6B3D1}"/>
          </ac:picMkLst>
        </pc:picChg>
      </pc:sldChg>
      <pc:sldChg chg="addSp delSp modSp add mod modNotesTx">
        <pc:chgData name="Farinacci, Josiah" userId="0bb882b7-9fd4-4423-b9ee-18d0523b7fb7" providerId="ADAL" clId="{C99643BD-5EA5-40EC-9D3C-DD7794BA0B77}" dt="2026-02-22T17:02:04.856" v="7057" actId="20577"/>
        <pc:sldMkLst>
          <pc:docMk/>
          <pc:sldMk cId="2316651216" sldId="407"/>
        </pc:sldMkLst>
        <pc:spChg chg="mod">
          <ac:chgData name="Farinacci, Josiah" userId="0bb882b7-9fd4-4423-b9ee-18d0523b7fb7" providerId="ADAL" clId="{C99643BD-5EA5-40EC-9D3C-DD7794BA0B77}" dt="2026-02-19T04:01:25.688" v="2372" actId="1076"/>
          <ac:spMkLst>
            <pc:docMk/>
            <pc:sldMk cId="2316651216" sldId="407"/>
            <ac:spMk id="2" creationId="{46BD6B09-BAD9-2CC8-0AA3-F514E01196ED}"/>
          </ac:spMkLst>
        </pc:spChg>
        <pc:spChg chg="add del mod">
          <ac:chgData name="Farinacci, Josiah" userId="0bb882b7-9fd4-4423-b9ee-18d0523b7fb7" providerId="ADAL" clId="{C99643BD-5EA5-40EC-9D3C-DD7794BA0B77}" dt="2026-02-22T17:02:04.856" v="7057" actId="20577"/>
          <ac:spMkLst>
            <pc:docMk/>
            <pc:sldMk cId="2316651216" sldId="407"/>
            <ac:spMk id="3" creationId="{1D0EEE55-77CE-4775-133E-FBDEDA6A9DF2}"/>
          </ac:spMkLst>
        </pc:spChg>
        <pc:spChg chg="add mod">
          <ac:chgData name="Farinacci, Josiah" userId="0bb882b7-9fd4-4423-b9ee-18d0523b7fb7" providerId="ADAL" clId="{C99643BD-5EA5-40EC-9D3C-DD7794BA0B77}" dt="2026-02-19T04:03:48.928" v="2436" actId="1076"/>
          <ac:spMkLst>
            <pc:docMk/>
            <pc:sldMk cId="2316651216" sldId="407"/>
            <ac:spMk id="9" creationId="{2DA27AEA-B93B-CD86-4FA8-7F519C36042A}"/>
          </ac:spMkLst>
        </pc:spChg>
        <pc:picChg chg="add mod">
          <ac:chgData name="Farinacci, Josiah" userId="0bb882b7-9fd4-4423-b9ee-18d0523b7fb7" providerId="ADAL" clId="{C99643BD-5EA5-40EC-9D3C-DD7794BA0B77}" dt="2026-02-19T04:01:27.770" v="2373" actId="1076"/>
          <ac:picMkLst>
            <pc:docMk/>
            <pc:sldMk cId="2316651216" sldId="407"/>
            <ac:picMk id="7" creationId="{EB3BE5F4-A348-2662-140F-CAAE4C12122D}"/>
          </ac:picMkLst>
        </pc:picChg>
        <pc:picChg chg="add mod">
          <ac:chgData name="Farinacci, Josiah" userId="0bb882b7-9fd4-4423-b9ee-18d0523b7fb7" providerId="ADAL" clId="{C99643BD-5EA5-40EC-9D3C-DD7794BA0B77}" dt="2026-02-19T04:03:55.594" v="2438" actId="1076"/>
          <ac:picMkLst>
            <pc:docMk/>
            <pc:sldMk cId="2316651216" sldId="407"/>
            <ac:picMk id="11" creationId="{AF924F1D-4114-883E-D36D-9837001E80B0}"/>
          </ac:picMkLst>
        </pc:picChg>
      </pc:sldChg>
      <pc:sldChg chg="addSp delSp modSp add mod modNotesTx">
        <pc:chgData name="Farinacci, Josiah" userId="0bb882b7-9fd4-4423-b9ee-18d0523b7fb7" providerId="ADAL" clId="{C99643BD-5EA5-40EC-9D3C-DD7794BA0B77}" dt="2026-02-20T01:47:02.358" v="5125" actId="20577"/>
        <pc:sldMkLst>
          <pc:docMk/>
          <pc:sldMk cId="2282340551" sldId="409"/>
        </pc:sldMkLst>
        <pc:spChg chg="mod">
          <ac:chgData name="Farinacci, Josiah" userId="0bb882b7-9fd4-4423-b9ee-18d0523b7fb7" providerId="ADAL" clId="{C99643BD-5EA5-40EC-9D3C-DD7794BA0B77}" dt="2026-02-19T04:05:39.013" v="2485" actId="1076"/>
          <ac:spMkLst>
            <pc:docMk/>
            <pc:sldMk cId="2282340551" sldId="409"/>
            <ac:spMk id="9" creationId="{2BAFEEAC-77BA-F954-4A0B-7950CE2B46AA}"/>
          </ac:spMkLst>
        </pc:spChg>
        <pc:picChg chg="add mod">
          <ac:chgData name="Farinacci, Josiah" userId="0bb882b7-9fd4-4423-b9ee-18d0523b7fb7" providerId="ADAL" clId="{C99643BD-5EA5-40EC-9D3C-DD7794BA0B77}" dt="2026-02-19T04:05:30.305" v="2483" actId="1076"/>
          <ac:picMkLst>
            <pc:docMk/>
            <pc:sldMk cId="2282340551" sldId="409"/>
            <ac:picMk id="10" creationId="{9ECC6ABE-C767-844D-1D54-BB71CE7902BB}"/>
          </ac:picMkLst>
        </pc:picChg>
      </pc:sldChg>
      <pc:sldChg chg="addSp delSp modSp new mod modNotesTx">
        <pc:chgData name="Farinacci, Josiah" userId="0bb882b7-9fd4-4423-b9ee-18d0523b7fb7" providerId="ADAL" clId="{C99643BD-5EA5-40EC-9D3C-DD7794BA0B77}" dt="2026-02-22T18:37:25.816" v="8422" actId="313"/>
        <pc:sldMkLst>
          <pc:docMk/>
          <pc:sldMk cId="2908857443" sldId="410"/>
        </pc:sldMkLst>
        <pc:spChg chg="mod">
          <ac:chgData name="Farinacci, Josiah" userId="0bb882b7-9fd4-4423-b9ee-18d0523b7fb7" providerId="ADAL" clId="{C99643BD-5EA5-40EC-9D3C-DD7794BA0B77}" dt="2026-02-19T04:11:17.341" v="2684" actId="20577"/>
          <ac:spMkLst>
            <pc:docMk/>
            <pc:sldMk cId="2908857443" sldId="410"/>
            <ac:spMk id="2" creationId="{B9032D1D-4A1A-E998-0224-842A4B2ED268}"/>
          </ac:spMkLst>
        </pc:spChg>
        <pc:graphicFrameChg chg="add mod">
          <ac:chgData name="Farinacci, Josiah" userId="0bb882b7-9fd4-4423-b9ee-18d0523b7fb7" providerId="ADAL" clId="{C99643BD-5EA5-40EC-9D3C-DD7794BA0B77}" dt="2026-02-19T04:11:08.057" v="2670" actId="1076"/>
          <ac:graphicFrameMkLst>
            <pc:docMk/>
            <pc:sldMk cId="2908857443" sldId="410"/>
            <ac:graphicFrameMk id="5" creationId="{1ED42C5E-C274-80BB-C2FC-38E091E09070}"/>
          </ac:graphicFrameMkLst>
        </pc:graphicFrameChg>
      </pc:sldChg>
      <pc:sldChg chg="addSp delSp modSp new mod modNotesTx">
        <pc:chgData name="Farinacci, Josiah" userId="0bb882b7-9fd4-4423-b9ee-18d0523b7fb7" providerId="ADAL" clId="{C99643BD-5EA5-40EC-9D3C-DD7794BA0B77}" dt="2026-02-22T18:15:14.914" v="7872" actId="20577"/>
        <pc:sldMkLst>
          <pc:docMk/>
          <pc:sldMk cId="1155428101" sldId="411"/>
        </pc:sldMkLst>
        <pc:spChg chg="mod">
          <ac:chgData name="Farinacci, Josiah" userId="0bb882b7-9fd4-4423-b9ee-18d0523b7fb7" providerId="ADAL" clId="{C99643BD-5EA5-40EC-9D3C-DD7794BA0B77}" dt="2026-02-19T16:50:00.013" v="2763" actId="14100"/>
          <ac:spMkLst>
            <pc:docMk/>
            <pc:sldMk cId="1155428101" sldId="411"/>
            <ac:spMk id="2" creationId="{29FF0BA6-ABB4-61BB-6F82-9A242470CEEF}"/>
          </ac:spMkLst>
        </pc:spChg>
        <pc:picChg chg="add del mod">
          <ac:chgData name="Farinacci, Josiah" userId="0bb882b7-9fd4-4423-b9ee-18d0523b7fb7" providerId="ADAL" clId="{C99643BD-5EA5-40EC-9D3C-DD7794BA0B77}" dt="2026-02-21T18:09:18.650" v="5946" actId="478"/>
          <ac:picMkLst>
            <pc:docMk/>
            <pc:sldMk cId="1155428101" sldId="411"/>
            <ac:picMk id="5" creationId="{F687D186-C0E5-B3E1-AE0C-62744BDC7BCE}"/>
          </ac:picMkLst>
        </pc:picChg>
        <pc:picChg chg="add mod">
          <ac:chgData name="Farinacci, Josiah" userId="0bb882b7-9fd4-4423-b9ee-18d0523b7fb7" providerId="ADAL" clId="{C99643BD-5EA5-40EC-9D3C-DD7794BA0B77}" dt="2026-02-21T18:09:39.442" v="5962" actId="27614"/>
          <ac:picMkLst>
            <pc:docMk/>
            <pc:sldMk cId="1155428101" sldId="411"/>
            <ac:picMk id="7" creationId="{31724202-C240-BA85-52DD-E06FCF39C8D7}"/>
          </ac:picMkLst>
        </pc:picChg>
      </pc:sldChg>
      <pc:sldChg chg="addSp delSp modSp add mod">
        <pc:chgData name="Farinacci, Josiah" userId="0bb882b7-9fd4-4423-b9ee-18d0523b7fb7" providerId="ADAL" clId="{C99643BD-5EA5-40EC-9D3C-DD7794BA0B77}" dt="2026-02-21T18:27:18.401" v="6305" actId="6549"/>
        <pc:sldMkLst>
          <pc:docMk/>
          <pc:sldMk cId="3189724597" sldId="413"/>
        </pc:sldMkLst>
        <pc:spChg chg="mod">
          <ac:chgData name="Farinacci, Josiah" userId="0bb882b7-9fd4-4423-b9ee-18d0523b7fb7" providerId="ADAL" clId="{C99643BD-5EA5-40EC-9D3C-DD7794BA0B77}" dt="2026-02-21T18:27:18.401" v="6305" actId="6549"/>
          <ac:spMkLst>
            <pc:docMk/>
            <pc:sldMk cId="3189724597" sldId="413"/>
            <ac:spMk id="9" creationId="{01B8B593-350B-24B1-44D4-F6866AF51A1C}"/>
          </ac:spMkLst>
        </pc:spChg>
        <pc:picChg chg="add mod">
          <ac:chgData name="Farinacci, Josiah" userId="0bb882b7-9fd4-4423-b9ee-18d0523b7fb7" providerId="ADAL" clId="{C99643BD-5EA5-40EC-9D3C-DD7794BA0B77}" dt="2026-02-20T02:32:41.553" v="5291" actId="27614"/>
          <ac:picMkLst>
            <pc:docMk/>
            <pc:sldMk cId="3189724597" sldId="413"/>
            <ac:picMk id="5" creationId="{0E5B94DF-4BE9-BDC2-3296-123C0A99950C}"/>
          </ac:picMkLst>
        </pc:picChg>
      </pc:sldChg>
      <pc:sldChg chg="addSp delSp modSp add mod modNotesTx">
        <pc:chgData name="Farinacci, Josiah" userId="0bb882b7-9fd4-4423-b9ee-18d0523b7fb7" providerId="ADAL" clId="{C99643BD-5EA5-40EC-9D3C-DD7794BA0B77}" dt="2026-02-22T17:06:37.985" v="7191" actId="20577"/>
        <pc:sldMkLst>
          <pc:docMk/>
          <pc:sldMk cId="200657049" sldId="416"/>
        </pc:sldMkLst>
        <pc:spChg chg="add mod">
          <ac:chgData name="Farinacci, Josiah" userId="0bb882b7-9fd4-4423-b9ee-18d0523b7fb7" providerId="ADAL" clId="{C99643BD-5EA5-40EC-9D3C-DD7794BA0B77}" dt="2026-02-22T17:06:36.215" v="7190" actId="1076"/>
          <ac:spMkLst>
            <pc:docMk/>
            <pc:sldMk cId="200657049" sldId="416"/>
            <ac:spMk id="2" creationId="{9C38BD33-77EA-CCEF-E2AA-D21DB3979F21}"/>
          </ac:spMkLst>
        </pc:spChg>
        <pc:spChg chg="mod">
          <ac:chgData name="Farinacci, Josiah" userId="0bb882b7-9fd4-4423-b9ee-18d0523b7fb7" providerId="ADAL" clId="{C99643BD-5EA5-40EC-9D3C-DD7794BA0B77}" dt="2026-02-21T18:27:55.136" v="6396" actId="20577"/>
          <ac:spMkLst>
            <pc:docMk/>
            <pc:sldMk cId="200657049" sldId="416"/>
            <ac:spMk id="9" creationId="{4019FCF5-50DD-6966-292F-F828CEAFFB8E}"/>
          </ac:spMkLst>
        </pc:spChg>
        <pc:picChg chg="add del mod">
          <ac:chgData name="Farinacci, Josiah" userId="0bb882b7-9fd4-4423-b9ee-18d0523b7fb7" providerId="ADAL" clId="{C99643BD-5EA5-40EC-9D3C-DD7794BA0B77}" dt="2026-02-21T18:11:35.143" v="5987" actId="478"/>
          <ac:picMkLst>
            <pc:docMk/>
            <pc:sldMk cId="200657049" sldId="416"/>
            <ac:picMk id="6" creationId="{C81226B3-A31E-0B5F-D25C-11953999F9F9}"/>
          </ac:picMkLst>
        </pc:picChg>
        <pc:picChg chg="add mod">
          <ac:chgData name="Farinacci, Josiah" userId="0bb882b7-9fd4-4423-b9ee-18d0523b7fb7" providerId="ADAL" clId="{C99643BD-5EA5-40EC-9D3C-DD7794BA0B77}" dt="2026-02-21T18:12:24.268" v="6005" actId="1076"/>
          <ac:picMkLst>
            <pc:docMk/>
            <pc:sldMk cId="200657049" sldId="416"/>
            <ac:picMk id="10" creationId="{B2D3F2CC-86EE-08DF-05A8-60D4E7B02AF8}"/>
          </ac:picMkLst>
        </pc:picChg>
      </pc:sldChg>
      <pc:sldChg chg="addSp delSp modSp add mod modNotesTx">
        <pc:chgData name="Farinacci, Josiah" userId="0bb882b7-9fd4-4423-b9ee-18d0523b7fb7" providerId="ADAL" clId="{C99643BD-5EA5-40EC-9D3C-DD7794BA0B77}" dt="2026-02-22T17:11:28.182" v="7357" actId="20577"/>
        <pc:sldMkLst>
          <pc:docMk/>
          <pc:sldMk cId="902256024" sldId="418"/>
        </pc:sldMkLst>
        <pc:spChg chg="mod">
          <ac:chgData name="Farinacci, Josiah" userId="0bb882b7-9fd4-4423-b9ee-18d0523b7fb7" providerId="ADAL" clId="{C99643BD-5EA5-40EC-9D3C-DD7794BA0B77}" dt="2026-02-19T18:22:28.398" v="2882" actId="20577"/>
          <ac:spMkLst>
            <pc:docMk/>
            <pc:sldMk cId="902256024" sldId="418"/>
            <ac:spMk id="7" creationId="{D7C30241-D2C2-517F-49C3-2581987CEE75}"/>
          </ac:spMkLst>
        </pc:spChg>
        <pc:spChg chg="add mod">
          <ac:chgData name="Farinacci, Josiah" userId="0bb882b7-9fd4-4423-b9ee-18d0523b7fb7" providerId="ADAL" clId="{C99643BD-5EA5-40EC-9D3C-DD7794BA0B77}" dt="2026-02-19T19:16:45.366" v="3652" actId="208"/>
          <ac:spMkLst>
            <pc:docMk/>
            <pc:sldMk cId="902256024" sldId="418"/>
            <ac:spMk id="9" creationId="{D9BAE28F-00CC-71A6-1D6F-E52F10687B6E}"/>
          </ac:spMkLst>
        </pc:spChg>
        <pc:picChg chg="add del mod">
          <ac:chgData name="Farinacci, Josiah" userId="0bb882b7-9fd4-4423-b9ee-18d0523b7fb7" providerId="ADAL" clId="{C99643BD-5EA5-40EC-9D3C-DD7794BA0B77}" dt="2026-02-21T18:20:52.377" v="6102" actId="478"/>
          <ac:picMkLst>
            <pc:docMk/>
            <pc:sldMk cId="902256024" sldId="418"/>
            <ac:picMk id="3" creationId="{05C5C261-EC58-68AA-B357-4B21199D50A8}"/>
          </ac:picMkLst>
        </pc:picChg>
        <pc:picChg chg="add mod">
          <ac:chgData name="Farinacci, Josiah" userId="0bb882b7-9fd4-4423-b9ee-18d0523b7fb7" providerId="ADAL" clId="{C99643BD-5EA5-40EC-9D3C-DD7794BA0B77}" dt="2026-02-19T18:23:30.159" v="2895" actId="1076"/>
          <ac:picMkLst>
            <pc:docMk/>
            <pc:sldMk cId="902256024" sldId="418"/>
            <ac:picMk id="8" creationId="{2F14D319-141F-5744-FF68-C3FD3CB6A621}"/>
          </ac:picMkLst>
        </pc:picChg>
        <pc:picChg chg="add mod">
          <ac:chgData name="Farinacci, Josiah" userId="0bb882b7-9fd4-4423-b9ee-18d0523b7fb7" providerId="ADAL" clId="{C99643BD-5EA5-40EC-9D3C-DD7794BA0B77}" dt="2026-02-21T18:21:07.650" v="6106" actId="27614"/>
          <ac:picMkLst>
            <pc:docMk/>
            <pc:sldMk cId="902256024" sldId="418"/>
            <ac:picMk id="10" creationId="{1DF8A954-DDAD-765B-CACA-88AE788EBD22}"/>
          </ac:picMkLst>
        </pc:picChg>
      </pc:sldChg>
      <pc:sldChg chg="modSp new mod modNotesTx">
        <pc:chgData name="Farinacci, Josiah" userId="0bb882b7-9fd4-4423-b9ee-18d0523b7fb7" providerId="ADAL" clId="{C99643BD-5EA5-40EC-9D3C-DD7794BA0B77}" dt="2026-02-22T17:12:57.718" v="7361" actId="20577"/>
        <pc:sldMkLst>
          <pc:docMk/>
          <pc:sldMk cId="1213946849" sldId="419"/>
        </pc:sldMkLst>
        <pc:spChg chg="mod">
          <ac:chgData name="Farinacci, Josiah" userId="0bb882b7-9fd4-4423-b9ee-18d0523b7fb7" providerId="ADAL" clId="{C99643BD-5EA5-40EC-9D3C-DD7794BA0B77}" dt="2026-02-19T19:15:07.304" v="3623" actId="20577"/>
          <ac:spMkLst>
            <pc:docMk/>
            <pc:sldMk cId="1213946849" sldId="419"/>
            <ac:spMk id="2" creationId="{19196150-658C-4D19-19A6-4693D4914E2E}"/>
          </ac:spMkLst>
        </pc:spChg>
      </pc:sldChg>
      <pc:sldChg chg="delSp modSp new del mod">
        <pc:chgData name="Farinacci, Josiah" userId="0bb882b7-9fd4-4423-b9ee-18d0523b7fb7" providerId="ADAL" clId="{C99643BD-5EA5-40EC-9D3C-DD7794BA0B77}" dt="2026-02-21T18:28:45.279" v="6495" actId="2696"/>
        <pc:sldMkLst>
          <pc:docMk/>
          <pc:sldMk cId="3543903502" sldId="420"/>
        </pc:sldMkLst>
      </pc:sldChg>
      <pc:sldChg chg="delSp modSp new del mod">
        <pc:chgData name="Farinacci, Josiah" userId="0bb882b7-9fd4-4423-b9ee-18d0523b7fb7" providerId="ADAL" clId="{C99643BD-5EA5-40EC-9D3C-DD7794BA0B77}" dt="2026-02-21T18:29:27.283" v="6524" actId="2696"/>
        <pc:sldMkLst>
          <pc:docMk/>
          <pc:sldMk cId="1087946348" sldId="421"/>
        </pc:sldMkLst>
      </pc:sldChg>
      <pc:sldChg chg="addSp delSp modSp new mod">
        <pc:chgData name="Farinacci, Josiah" userId="0bb882b7-9fd4-4423-b9ee-18d0523b7fb7" providerId="ADAL" clId="{C99643BD-5EA5-40EC-9D3C-DD7794BA0B77}" dt="2026-02-22T17:09:15.004" v="7309" actId="1076"/>
        <pc:sldMkLst>
          <pc:docMk/>
          <pc:sldMk cId="1174772834" sldId="422"/>
        </pc:sldMkLst>
        <pc:spChg chg="mod">
          <ac:chgData name="Farinacci, Josiah" userId="0bb882b7-9fd4-4423-b9ee-18d0523b7fb7" providerId="ADAL" clId="{C99643BD-5EA5-40EC-9D3C-DD7794BA0B77}" dt="2026-02-20T02:38:31.209" v="5363" actId="20577"/>
          <ac:spMkLst>
            <pc:docMk/>
            <pc:sldMk cId="1174772834" sldId="422"/>
            <ac:spMk id="2" creationId="{EFD6972E-35D9-DD3F-CAEA-443A3D750C2E}"/>
          </ac:spMkLst>
        </pc:spChg>
        <pc:spChg chg="add mod">
          <ac:chgData name="Farinacci, Josiah" userId="0bb882b7-9fd4-4423-b9ee-18d0523b7fb7" providerId="ADAL" clId="{C99643BD-5EA5-40EC-9D3C-DD7794BA0B77}" dt="2026-02-22T17:08:31.862" v="7247" actId="1076"/>
          <ac:spMkLst>
            <pc:docMk/>
            <pc:sldMk cId="1174772834" sldId="422"/>
            <ac:spMk id="3" creationId="{196FA334-94E6-0239-9DC9-8A1B0DC6A308}"/>
          </ac:spMkLst>
        </pc:spChg>
        <pc:spChg chg="add mod">
          <ac:chgData name="Farinacci, Josiah" userId="0bb882b7-9fd4-4423-b9ee-18d0523b7fb7" providerId="ADAL" clId="{C99643BD-5EA5-40EC-9D3C-DD7794BA0B77}" dt="2026-02-22T17:09:15.004" v="7309" actId="1076"/>
          <ac:spMkLst>
            <pc:docMk/>
            <pc:sldMk cId="1174772834" sldId="422"/>
            <ac:spMk id="5" creationId="{176D8A47-D98D-0F68-DE35-6C2A0D634795}"/>
          </ac:spMkLst>
        </pc:spChg>
        <pc:picChg chg="add mod">
          <ac:chgData name="Farinacci, Josiah" userId="0bb882b7-9fd4-4423-b9ee-18d0523b7fb7" providerId="ADAL" clId="{C99643BD-5EA5-40EC-9D3C-DD7794BA0B77}" dt="2026-02-20T02:38:03.046" v="5335" actId="14100"/>
          <ac:picMkLst>
            <pc:docMk/>
            <pc:sldMk cId="1174772834" sldId="422"/>
            <ac:picMk id="10" creationId="{D9A08BA5-09FD-CCB5-9727-BF164E5FFED8}"/>
          </ac:picMkLst>
        </pc:picChg>
        <pc:picChg chg="add mod">
          <ac:chgData name="Farinacci, Josiah" userId="0bb882b7-9fd4-4423-b9ee-18d0523b7fb7" providerId="ADAL" clId="{C99643BD-5EA5-40EC-9D3C-DD7794BA0B77}" dt="2026-02-20T02:38:07.559" v="5337" actId="1076"/>
          <ac:picMkLst>
            <pc:docMk/>
            <pc:sldMk cId="1174772834" sldId="422"/>
            <ac:picMk id="13" creationId="{6794FFBF-3DBF-BD6B-DFE9-8CD60752848E}"/>
          </ac:picMkLst>
        </pc:picChg>
      </pc:sldChg>
      <pc:sldChg chg="addSp delSp modSp add mod modNotesTx">
        <pc:chgData name="Farinacci, Josiah" userId="0bb882b7-9fd4-4423-b9ee-18d0523b7fb7" providerId="ADAL" clId="{C99643BD-5EA5-40EC-9D3C-DD7794BA0B77}" dt="2026-02-22T19:59:11.174" v="8424" actId="20577"/>
        <pc:sldMkLst>
          <pc:docMk/>
          <pc:sldMk cId="1866371861" sldId="423"/>
        </pc:sldMkLst>
        <pc:spChg chg="mod">
          <ac:chgData name="Farinacci, Josiah" userId="0bb882b7-9fd4-4423-b9ee-18d0523b7fb7" providerId="ADAL" clId="{C99643BD-5EA5-40EC-9D3C-DD7794BA0B77}" dt="2026-02-22T19:59:11.174" v="8424" actId="20577"/>
          <ac:spMkLst>
            <pc:docMk/>
            <pc:sldMk cId="1866371861" sldId="423"/>
            <ac:spMk id="2" creationId="{519FADF7-A67B-D598-928E-51D886FF3E37}"/>
          </ac:spMkLst>
        </pc:spChg>
        <pc:spChg chg="add mod">
          <ac:chgData name="Farinacci, Josiah" userId="0bb882b7-9fd4-4423-b9ee-18d0523b7fb7" providerId="ADAL" clId="{C99643BD-5EA5-40EC-9D3C-DD7794BA0B77}" dt="2026-02-22T17:09:19.081" v="7310"/>
          <ac:spMkLst>
            <pc:docMk/>
            <pc:sldMk cId="1866371861" sldId="423"/>
            <ac:spMk id="3" creationId="{448DAB36-AD6B-F3C4-F83A-A16281B1A7D5}"/>
          </ac:spMkLst>
        </pc:spChg>
        <pc:spChg chg="add mod">
          <ac:chgData name="Farinacci, Josiah" userId="0bb882b7-9fd4-4423-b9ee-18d0523b7fb7" providerId="ADAL" clId="{C99643BD-5EA5-40EC-9D3C-DD7794BA0B77}" dt="2026-02-22T17:09:25.453" v="7311"/>
          <ac:spMkLst>
            <pc:docMk/>
            <pc:sldMk cId="1866371861" sldId="423"/>
            <ac:spMk id="5" creationId="{3B648766-400B-785C-B525-77653EB39A41}"/>
          </ac:spMkLst>
        </pc:spChg>
        <pc:picChg chg="add mod">
          <ac:chgData name="Farinacci, Josiah" userId="0bb882b7-9fd4-4423-b9ee-18d0523b7fb7" providerId="ADAL" clId="{C99643BD-5EA5-40EC-9D3C-DD7794BA0B77}" dt="2026-02-20T02:40:09.294" v="5413" actId="1076"/>
          <ac:picMkLst>
            <pc:docMk/>
            <pc:sldMk cId="1866371861" sldId="423"/>
            <ac:picMk id="6" creationId="{ECD46BD3-2DD0-E1AA-7C11-D9A66FB7BA47}"/>
          </ac:picMkLst>
        </pc:picChg>
        <pc:picChg chg="add mod">
          <ac:chgData name="Farinacci, Josiah" userId="0bb882b7-9fd4-4423-b9ee-18d0523b7fb7" providerId="ADAL" clId="{C99643BD-5EA5-40EC-9D3C-DD7794BA0B77}" dt="2026-02-20T02:40:10.999" v="5414" actId="1076"/>
          <ac:picMkLst>
            <pc:docMk/>
            <pc:sldMk cId="1866371861" sldId="423"/>
            <ac:picMk id="9" creationId="{EC061903-5FB5-0451-1364-29BE0A53C33D}"/>
          </ac:picMkLst>
        </pc:picChg>
      </pc:sldChg>
      <pc:sldChg chg="addSp delSp modSp mod modNotesTx">
        <pc:chgData name="Farinacci, Josiah" userId="0bb882b7-9fd4-4423-b9ee-18d0523b7fb7" providerId="ADAL" clId="{C99643BD-5EA5-40EC-9D3C-DD7794BA0B77}" dt="2026-02-22T16:59:32.940" v="6913" actId="27614"/>
        <pc:sldMkLst>
          <pc:docMk/>
          <pc:sldMk cId="3732337066" sldId="424"/>
        </pc:sldMkLst>
        <pc:picChg chg="del">
          <ac:chgData name="Farinacci, Josiah" userId="0bb882b7-9fd4-4423-b9ee-18d0523b7fb7" providerId="ADAL" clId="{C99643BD-5EA5-40EC-9D3C-DD7794BA0B77}" dt="2026-02-22T16:59:11.221" v="6909" actId="478"/>
          <ac:picMkLst>
            <pc:docMk/>
            <pc:sldMk cId="3732337066" sldId="424"/>
            <ac:picMk id="5" creationId="{004177C2-4A82-1072-6925-635DA93F9301}"/>
          </ac:picMkLst>
        </pc:picChg>
        <pc:picChg chg="add mod">
          <ac:chgData name="Farinacci, Josiah" userId="0bb882b7-9fd4-4423-b9ee-18d0523b7fb7" providerId="ADAL" clId="{C99643BD-5EA5-40EC-9D3C-DD7794BA0B77}" dt="2026-02-22T16:59:32.940" v="6913" actId="27614"/>
          <ac:picMkLst>
            <pc:docMk/>
            <pc:sldMk cId="3732337066" sldId="424"/>
            <ac:picMk id="6" creationId="{F296E761-80E7-E814-BBC4-4EE8F1693CC6}"/>
          </ac:picMkLst>
        </pc:picChg>
      </pc:sldChg>
      <pc:sldChg chg="delSp modSp new mod">
        <pc:chgData name="Farinacci, Josiah" userId="0bb882b7-9fd4-4423-b9ee-18d0523b7fb7" providerId="ADAL" clId="{C99643BD-5EA5-40EC-9D3C-DD7794BA0B77}" dt="2026-02-19T20:49:21.976" v="3973" actId="255"/>
        <pc:sldMkLst>
          <pc:docMk/>
          <pc:sldMk cId="457526393" sldId="425"/>
        </pc:sldMkLst>
        <pc:spChg chg="mod">
          <ac:chgData name="Farinacci, Josiah" userId="0bb882b7-9fd4-4423-b9ee-18d0523b7fb7" providerId="ADAL" clId="{C99643BD-5EA5-40EC-9D3C-DD7794BA0B77}" dt="2026-02-19T20:49:21.976" v="3973" actId="255"/>
          <ac:spMkLst>
            <pc:docMk/>
            <pc:sldMk cId="457526393" sldId="425"/>
            <ac:spMk id="2" creationId="{A67AE393-734F-EDF4-53DF-4C964109C6EC}"/>
          </ac:spMkLst>
        </pc:spChg>
      </pc:sldChg>
      <pc:sldChg chg="add">
        <pc:chgData name="Farinacci, Josiah" userId="0bb882b7-9fd4-4423-b9ee-18d0523b7fb7" providerId="ADAL" clId="{C99643BD-5EA5-40EC-9D3C-DD7794BA0B77}" dt="2026-02-19T20:49:28.298" v="3974"/>
        <pc:sldMkLst>
          <pc:docMk/>
          <pc:sldMk cId="1195503474" sldId="426"/>
        </pc:sldMkLst>
      </pc:sldChg>
      <pc:sldChg chg="add">
        <pc:chgData name="Farinacci, Josiah" userId="0bb882b7-9fd4-4423-b9ee-18d0523b7fb7" providerId="ADAL" clId="{C99643BD-5EA5-40EC-9D3C-DD7794BA0B77}" dt="2026-02-19T20:49:37.652" v="3975"/>
        <pc:sldMkLst>
          <pc:docMk/>
          <pc:sldMk cId="349675977" sldId="427"/>
        </pc:sldMkLst>
      </pc:sldChg>
      <pc:sldChg chg="addSp delSp modSp add mod modNotesTx">
        <pc:chgData name="Farinacci, Josiah" userId="0bb882b7-9fd4-4423-b9ee-18d0523b7fb7" providerId="ADAL" clId="{C99643BD-5EA5-40EC-9D3C-DD7794BA0B77}" dt="2026-02-22T17:05:55.410" v="7158" actId="20577"/>
        <pc:sldMkLst>
          <pc:docMk/>
          <pc:sldMk cId="255092676" sldId="429"/>
        </pc:sldMkLst>
        <pc:spChg chg="mod">
          <ac:chgData name="Farinacci, Josiah" userId="0bb882b7-9fd4-4423-b9ee-18d0523b7fb7" providerId="ADAL" clId="{C99643BD-5EA5-40EC-9D3C-DD7794BA0B77}" dt="2026-02-21T18:27:46.821" v="6375" actId="20577"/>
          <ac:spMkLst>
            <pc:docMk/>
            <pc:sldMk cId="255092676" sldId="429"/>
            <ac:spMk id="9" creationId="{D9BEC95B-3C81-6D01-15FF-3BE9E17B79B6}"/>
          </ac:spMkLst>
        </pc:spChg>
        <pc:picChg chg="del mod">
          <ac:chgData name="Farinacci, Josiah" userId="0bb882b7-9fd4-4423-b9ee-18d0523b7fb7" providerId="ADAL" clId="{C99643BD-5EA5-40EC-9D3C-DD7794BA0B77}" dt="2026-02-21T18:11:49.246" v="5988" actId="478"/>
          <ac:picMkLst>
            <pc:docMk/>
            <pc:sldMk cId="255092676" sldId="429"/>
            <ac:picMk id="3" creationId="{79288C7A-783E-4147-0DDE-8C03E34F012D}"/>
          </ac:picMkLst>
        </pc:picChg>
        <pc:picChg chg="add mod">
          <ac:chgData name="Farinacci, Josiah" userId="0bb882b7-9fd4-4423-b9ee-18d0523b7fb7" providerId="ADAL" clId="{C99643BD-5EA5-40EC-9D3C-DD7794BA0B77}" dt="2026-02-21T18:11:57.359" v="5992" actId="27614"/>
          <ac:picMkLst>
            <pc:docMk/>
            <pc:sldMk cId="255092676" sldId="429"/>
            <ac:picMk id="5" creationId="{36278448-B342-536E-B7BF-C64D4A12E6DF}"/>
          </ac:picMkLst>
        </pc:picChg>
      </pc:sldChg>
      <pc:sldChg chg="addSp delSp modSp new del mod">
        <pc:chgData name="Farinacci, Josiah" userId="0bb882b7-9fd4-4423-b9ee-18d0523b7fb7" providerId="ADAL" clId="{C99643BD-5EA5-40EC-9D3C-DD7794BA0B77}" dt="2026-02-21T18:21:43.533" v="6110" actId="2696"/>
        <pc:sldMkLst>
          <pc:docMk/>
          <pc:sldMk cId="941081128" sldId="430"/>
        </pc:sldMkLst>
        <pc:spChg chg="del mod">
          <ac:chgData name="Farinacci, Josiah" userId="0bb882b7-9fd4-4423-b9ee-18d0523b7fb7" providerId="ADAL" clId="{C99643BD-5EA5-40EC-9D3C-DD7794BA0B77}" dt="2026-02-21T18:18:33.313" v="6015" actId="478"/>
          <ac:spMkLst>
            <pc:docMk/>
            <pc:sldMk cId="941081128" sldId="430"/>
            <ac:spMk id="3" creationId="{8A4DAB67-8F18-10B0-14D8-BD8D425B2762}"/>
          </ac:spMkLst>
        </pc:spChg>
        <pc:picChg chg="add mod">
          <ac:chgData name="Farinacci, Josiah" userId="0bb882b7-9fd4-4423-b9ee-18d0523b7fb7" providerId="ADAL" clId="{C99643BD-5EA5-40EC-9D3C-DD7794BA0B77}" dt="2026-02-21T18:18:48.198" v="6016" actId="1076"/>
          <ac:picMkLst>
            <pc:docMk/>
            <pc:sldMk cId="941081128" sldId="430"/>
            <ac:picMk id="7" creationId="{F6946649-BD74-097A-6993-11C36690ACD5}"/>
          </ac:picMkLst>
        </pc:picChg>
      </pc:sldChg>
      <pc:sldChg chg="addSp modSp add mod modNotesTx">
        <pc:chgData name="Farinacci, Josiah" userId="0bb882b7-9fd4-4423-b9ee-18d0523b7fb7" providerId="ADAL" clId="{C99643BD-5EA5-40EC-9D3C-DD7794BA0B77}" dt="2026-02-22T17:10:43.237" v="7349" actId="20577"/>
        <pc:sldMkLst>
          <pc:docMk/>
          <pc:sldMk cId="2645707512" sldId="431"/>
        </pc:sldMkLst>
        <pc:spChg chg="add mod">
          <ac:chgData name="Farinacci, Josiah" userId="0bb882b7-9fd4-4423-b9ee-18d0523b7fb7" providerId="ADAL" clId="{C99643BD-5EA5-40EC-9D3C-DD7794BA0B77}" dt="2026-02-22T17:10:36.667" v="7348" actId="1076"/>
          <ac:spMkLst>
            <pc:docMk/>
            <pc:sldMk cId="2645707512" sldId="431"/>
            <ac:spMk id="2" creationId="{B60D22CA-05E8-776F-AFB0-33EE9C552BA1}"/>
          </ac:spMkLst>
        </pc:spChg>
        <pc:spChg chg="mod">
          <ac:chgData name="Farinacci, Josiah" userId="0bb882b7-9fd4-4423-b9ee-18d0523b7fb7" providerId="ADAL" clId="{C99643BD-5EA5-40EC-9D3C-DD7794BA0B77}" dt="2026-02-20T17:43:51.945" v="5856" actId="20577"/>
          <ac:spMkLst>
            <pc:docMk/>
            <pc:sldMk cId="2645707512" sldId="431"/>
            <ac:spMk id="7" creationId="{D1003B1C-7708-56F3-511B-1ED4A5D4B475}"/>
          </ac:spMkLst>
        </pc:spChg>
        <pc:picChg chg="add mod">
          <ac:chgData name="Farinacci, Josiah" userId="0bb882b7-9fd4-4423-b9ee-18d0523b7fb7" providerId="ADAL" clId="{C99643BD-5EA5-40EC-9D3C-DD7794BA0B77}" dt="2026-02-21T18:20:19.359" v="6101" actId="27614"/>
          <ac:picMkLst>
            <pc:docMk/>
            <pc:sldMk cId="2645707512" sldId="431"/>
            <ac:picMk id="3" creationId="{E49D2164-AF14-4F26-7102-08512B1DFA6E}"/>
          </ac:picMkLst>
        </pc:picChg>
      </pc:sldChg>
      <pc:sldChg chg="addSp delSp modSp add mod modNotesTx">
        <pc:chgData name="Farinacci, Josiah" userId="0bb882b7-9fd4-4423-b9ee-18d0523b7fb7" providerId="ADAL" clId="{C99643BD-5EA5-40EC-9D3C-DD7794BA0B77}" dt="2026-02-22T17:11:24.558" v="7356" actId="6549"/>
        <pc:sldMkLst>
          <pc:docMk/>
          <pc:sldMk cId="11391710" sldId="432"/>
        </pc:sldMkLst>
        <pc:spChg chg="add mod">
          <ac:chgData name="Farinacci, Josiah" userId="0bb882b7-9fd4-4423-b9ee-18d0523b7fb7" providerId="ADAL" clId="{C99643BD-5EA5-40EC-9D3C-DD7794BA0B77}" dt="2026-02-22T17:11:19.064" v="7354" actId="1076"/>
          <ac:spMkLst>
            <pc:docMk/>
            <pc:sldMk cId="11391710" sldId="432"/>
            <ac:spMk id="2" creationId="{B49FEE73-27A7-0293-B7AF-6B91B4A398C7}"/>
          </ac:spMkLst>
        </pc:spChg>
        <pc:spChg chg="mod">
          <ac:chgData name="Farinacci, Josiah" userId="0bb882b7-9fd4-4423-b9ee-18d0523b7fb7" providerId="ADAL" clId="{C99643BD-5EA5-40EC-9D3C-DD7794BA0B77}" dt="2026-02-20T17:19:02.260" v="5512" actId="20577"/>
          <ac:spMkLst>
            <pc:docMk/>
            <pc:sldMk cId="11391710" sldId="432"/>
            <ac:spMk id="7" creationId="{F4C0F4B9-DFE5-A61B-4DF3-704D1D689C50}"/>
          </ac:spMkLst>
        </pc:spChg>
        <pc:picChg chg="add del mod">
          <ac:chgData name="Farinacci, Josiah" userId="0bb882b7-9fd4-4423-b9ee-18d0523b7fb7" providerId="ADAL" clId="{C99643BD-5EA5-40EC-9D3C-DD7794BA0B77}" dt="2026-02-21T18:21:38.101" v="6108" actId="478"/>
          <ac:picMkLst>
            <pc:docMk/>
            <pc:sldMk cId="11391710" sldId="432"/>
            <ac:picMk id="6" creationId="{04430057-6E00-7F55-4903-67C24DBFC923}"/>
          </ac:picMkLst>
        </pc:picChg>
        <pc:picChg chg="add mod">
          <ac:chgData name="Farinacci, Josiah" userId="0bb882b7-9fd4-4423-b9ee-18d0523b7fb7" providerId="ADAL" clId="{C99643BD-5EA5-40EC-9D3C-DD7794BA0B77}" dt="2026-02-22T17:11:13.700" v="7353" actId="1076"/>
          <ac:picMkLst>
            <pc:docMk/>
            <pc:sldMk cId="11391710" sldId="432"/>
            <ac:picMk id="8" creationId="{E0CB4824-54A4-DB3C-B4CC-5F6D3B5CA752}"/>
          </ac:picMkLst>
        </pc:picChg>
      </pc:sldChg>
      <pc:sldChg chg="addSp delSp modSp new mod">
        <pc:chgData name="Farinacci, Josiah" userId="0bb882b7-9fd4-4423-b9ee-18d0523b7fb7" providerId="ADAL" clId="{C99643BD-5EA5-40EC-9D3C-DD7794BA0B77}" dt="2026-02-22T17:03:55.531" v="7097" actId="20577"/>
        <pc:sldMkLst>
          <pc:docMk/>
          <pc:sldMk cId="1376937138" sldId="433"/>
        </pc:sldMkLst>
        <pc:spChg chg="mod">
          <ac:chgData name="Farinacci, Josiah" userId="0bb882b7-9fd4-4423-b9ee-18d0523b7fb7" providerId="ADAL" clId="{C99643BD-5EA5-40EC-9D3C-DD7794BA0B77}" dt="2026-02-22T17:03:37.366" v="7076" actId="1076"/>
          <ac:spMkLst>
            <pc:docMk/>
            <pc:sldMk cId="1376937138" sldId="433"/>
            <ac:spMk id="2" creationId="{8F099901-3C75-FBFC-0E02-70CC848A9948}"/>
          </ac:spMkLst>
        </pc:spChg>
        <pc:spChg chg="del mod">
          <ac:chgData name="Farinacci, Josiah" userId="0bb882b7-9fd4-4423-b9ee-18d0523b7fb7" providerId="ADAL" clId="{C99643BD-5EA5-40EC-9D3C-DD7794BA0B77}" dt="2026-02-22T17:03:11.649" v="7069" actId="26606"/>
          <ac:spMkLst>
            <pc:docMk/>
            <pc:sldMk cId="1376937138" sldId="433"/>
            <ac:spMk id="3" creationId="{73E50235-AA48-FB9A-C344-4AD5A45A12AA}"/>
          </ac:spMkLst>
        </pc:spChg>
        <pc:graphicFrameChg chg="add mod modGraphic">
          <ac:chgData name="Farinacci, Josiah" userId="0bb882b7-9fd4-4423-b9ee-18d0523b7fb7" providerId="ADAL" clId="{C99643BD-5EA5-40EC-9D3C-DD7794BA0B77}" dt="2026-02-22T17:03:55.531" v="7097" actId="20577"/>
          <ac:graphicFrameMkLst>
            <pc:docMk/>
            <pc:sldMk cId="1376937138" sldId="433"/>
            <ac:graphicFrameMk id="6" creationId="{E83C87C1-9E04-AD1B-E4AC-B4286F4A9703}"/>
          </ac:graphicFrameMkLst>
        </pc:graphicFrameChg>
      </pc:sldChg>
      <pc:sldChg chg="modSp new mod">
        <pc:chgData name="Farinacci, Josiah" userId="0bb882b7-9fd4-4423-b9ee-18d0523b7fb7" providerId="ADAL" clId="{C99643BD-5EA5-40EC-9D3C-DD7794BA0B77}" dt="2026-02-21T18:29:23.706" v="6523" actId="20577"/>
        <pc:sldMkLst>
          <pc:docMk/>
          <pc:sldMk cId="1360882736" sldId="434"/>
        </pc:sldMkLst>
        <pc:spChg chg="mod">
          <ac:chgData name="Farinacci, Josiah" userId="0bb882b7-9fd4-4423-b9ee-18d0523b7fb7" providerId="ADAL" clId="{C99643BD-5EA5-40EC-9D3C-DD7794BA0B77}" dt="2026-02-21T18:29:20.727" v="6520" actId="20577"/>
          <ac:spMkLst>
            <pc:docMk/>
            <pc:sldMk cId="1360882736" sldId="434"/>
            <ac:spMk id="2" creationId="{A370E057-E220-F28D-D641-25E3F04BE2AD}"/>
          </ac:spMkLst>
        </pc:spChg>
        <pc:spChg chg="mod">
          <ac:chgData name="Farinacci, Josiah" userId="0bb882b7-9fd4-4423-b9ee-18d0523b7fb7" providerId="ADAL" clId="{C99643BD-5EA5-40EC-9D3C-DD7794BA0B77}" dt="2026-02-21T18:29:23.706" v="6523" actId="20577"/>
          <ac:spMkLst>
            <pc:docMk/>
            <pc:sldMk cId="1360882736" sldId="434"/>
            <ac:spMk id="3" creationId="{E65C6616-4799-9225-B3D1-BB07CC3605E7}"/>
          </ac:spMkLst>
        </pc:spChg>
      </pc:sldChg>
      <pc:sldChg chg="addSp delSp modSp new del mod modNotesTx">
        <pc:chgData name="Farinacci, Josiah" userId="0bb882b7-9fd4-4423-b9ee-18d0523b7fb7" providerId="ADAL" clId="{C99643BD-5EA5-40EC-9D3C-DD7794BA0B77}" dt="2026-02-21T21:28:56.960" v="6589" actId="2696"/>
        <pc:sldMkLst>
          <pc:docMk/>
          <pc:sldMk cId="1704721789" sldId="435"/>
        </pc:sldMkLst>
        <pc:spChg chg="del">
          <ac:chgData name="Farinacci, Josiah" userId="0bb882b7-9fd4-4423-b9ee-18d0523b7fb7" providerId="ADAL" clId="{C99643BD-5EA5-40EC-9D3C-DD7794BA0B77}" dt="2026-02-21T21:28:47.165" v="6584" actId="478"/>
          <ac:spMkLst>
            <pc:docMk/>
            <pc:sldMk cId="1704721789" sldId="435"/>
            <ac:spMk id="3" creationId="{D68B54B1-E4B6-BAF6-0CF9-8B78E4AABE3B}"/>
          </ac:spMkLst>
        </pc:spChg>
        <pc:picChg chg="add del mod">
          <ac:chgData name="Farinacci, Josiah" userId="0bb882b7-9fd4-4423-b9ee-18d0523b7fb7" providerId="ADAL" clId="{C99643BD-5EA5-40EC-9D3C-DD7794BA0B77}" dt="2026-02-21T21:28:54.983" v="6588" actId="21"/>
          <ac:picMkLst>
            <pc:docMk/>
            <pc:sldMk cId="1704721789" sldId="435"/>
            <ac:picMk id="6" creationId="{1BBB7A92-6737-27A8-EE40-6C6F7D8B0CE2}"/>
          </ac:picMkLst>
        </pc:picChg>
      </pc:sldChg>
      <pc:sldChg chg="addSp delSp modSp add mod ord modNotesTx">
        <pc:chgData name="Farinacci, Josiah" userId="0bb882b7-9fd4-4423-b9ee-18d0523b7fb7" providerId="ADAL" clId="{C99643BD-5EA5-40EC-9D3C-DD7794BA0B77}" dt="2026-02-22T18:37:08.514" v="8421" actId="20577"/>
        <pc:sldMkLst>
          <pc:docMk/>
          <pc:sldMk cId="2433814524" sldId="436"/>
        </pc:sldMkLst>
        <pc:spChg chg="mod">
          <ac:chgData name="Farinacci, Josiah" userId="0bb882b7-9fd4-4423-b9ee-18d0523b7fb7" providerId="ADAL" clId="{C99643BD-5EA5-40EC-9D3C-DD7794BA0B77}" dt="2026-02-22T17:07:00.599" v="7206" actId="20577"/>
          <ac:spMkLst>
            <pc:docMk/>
            <pc:sldMk cId="2433814524" sldId="436"/>
            <ac:spMk id="7" creationId="{C0347AE3-0A94-FF6E-15C1-387DB618424C}"/>
          </ac:spMkLst>
        </pc:spChg>
        <pc:spChg chg="del">
          <ac:chgData name="Farinacci, Josiah" userId="0bb882b7-9fd4-4423-b9ee-18d0523b7fb7" providerId="ADAL" clId="{C99643BD-5EA5-40EC-9D3C-DD7794BA0B77}" dt="2026-02-21T21:29:01.339" v="6593" actId="478"/>
          <ac:spMkLst>
            <pc:docMk/>
            <pc:sldMk cId="2433814524" sldId="436"/>
            <ac:spMk id="9" creationId="{581AB405-CEDB-EEA6-27AF-73B2BF871109}"/>
          </ac:spMkLst>
        </pc:spChg>
        <pc:picChg chg="add mod">
          <ac:chgData name="Farinacci, Josiah" userId="0bb882b7-9fd4-4423-b9ee-18d0523b7fb7" providerId="ADAL" clId="{C99643BD-5EA5-40EC-9D3C-DD7794BA0B77}" dt="2026-02-21T21:29:05.215" v="6595" actId="1076"/>
          <ac:picMkLst>
            <pc:docMk/>
            <pc:sldMk cId="2433814524" sldId="436"/>
            <ac:picMk id="6" creationId="{1BBB7A92-6737-27A8-EE40-6C6F7D8B0CE2}"/>
          </ac:picMkLst>
        </pc:picChg>
        <pc:picChg chg="del">
          <ac:chgData name="Farinacci, Josiah" userId="0bb882b7-9fd4-4423-b9ee-18d0523b7fb7" providerId="ADAL" clId="{C99643BD-5EA5-40EC-9D3C-DD7794BA0B77}" dt="2026-02-21T21:29:00.354" v="6592" actId="478"/>
          <ac:picMkLst>
            <pc:docMk/>
            <pc:sldMk cId="2433814524" sldId="436"/>
            <ac:picMk id="8" creationId="{2BB22F60-807E-62ED-7F70-5190473D3776}"/>
          </ac:picMkLst>
        </pc:picChg>
        <pc:picChg chg="del">
          <ac:chgData name="Farinacci, Josiah" userId="0bb882b7-9fd4-4423-b9ee-18d0523b7fb7" providerId="ADAL" clId="{C99643BD-5EA5-40EC-9D3C-DD7794BA0B77}" dt="2026-02-21T21:28:58.520" v="6590" actId="478"/>
          <ac:picMkLst>
            <pc:docMk/>
            <pc:sldMk cId="2433814524" sldId="436"/>
            <ac:picMk id="10" creationId="{A4138489-226D-FF81-63CB-B5D7E4AF2B79}"/>
          </ac:picMkLst>
        </pc:picChg>
      </pc:sldChg>
      <pc:sldChg chg="addSp delSp modSp new mod">
        <pc:chgData name="Farinacci, Josiah" userId="0bb882b7-9fd4-4423-b9ee-18d0523b7fb7" providerId="ADAL" clId="{C99643BD-5EA5-40EC-9D3C-DD7794BA0B77}" dt="2026-02-22T17:01:32.630" v="7014" actId="1076"/>
        <pc:sldMkLst>
          <pc:docMk/>
          <pc:sldMk cId="1251719547" sldId="437"/>
        </pc:sldMkLst>
        <pc:spChg chg="mod">
          <ac:chgData name="Farinacci, Josiah" userId="0bb882b7-9fd4-4423-b9ee-18d0523b7fb7" providerId="ADAL" clId="{C99643BD-5EA5-40EC-9D3C-DD7794BA0B77}" dt="2026-02-22T17:00:33.281" v="7001" actId="20577"/>
          <ac:spMkLst>
            <pc:docMk/>
            <pc:sldMk cId="1251719547" sldId="437"/>
            <ac:spMk id="2" creationId="{5449B60B-1405-AF81-16B0-8CC12B8E90F5}"/>
          </ac:spMkLst>
        </pc:spChg>
        <pc:spChg chg="del">
          <ac:chgData name="Farinacci, Josiah" userId="0bb882b7-9fd4-4423-b9ee-18d0523b7fb7" providerId="ADAL" clId="{C99643BD-5EA5-40EC-9D3C-DD7794BA0B77}" dt="2026-02-22T17:01:11.298" v="7003" actId="22"/>
          <ac:spMkLst>
            <pc:docMk/>
            <pc:sldMk cId="1251719547" sldId="437"/>
            <ac:spMk id="3" creationId="{4DF054E0-3BC6-A976-639D-E0B29955267B}"/>
          </ac:spMkLst>
        </pc:spChg>
        <pc:picChg chg="add mod">
          <ac:chgData name="Farinacci, Josiah" userId="0bb882b7-9fd4-4423-b9ee-18d0523b7fb7" providerId="ADAL" clId="{C99643BD-5EA5-40EC-9D3C-DD7794BA0B77}" dt="2026-02-22T17:01:26.550" v="7013" actId="1076"/>
          <ac:picMkLst>
            <pc:docMk/>
            <pc:sldMk cId="1251719547" sldId="437"/>
            <ac:picMk id="6" creationId="{78D2FD71-B846-DE0C-A2E8-CC8FDB447D77}"/>
          </ac:picMkLst>
        </pc:picChg>
        <pc:picChg chg="add mod ord">
          <ac:chgData name="Farinacci, Josiah" userId="0bb882b7-9fd4-4423-b9ee-18d0523b7fb7" providerId="ADAL" clId="{C99643BD-5EA5-40EC-9D3C-DD7794BA0B77}" dt="2026-02-22T17:01:32.630" v="7014" actId="1076"/>
          <ac:picMkLst>
            <pc:docMk/>
            <pc:sldMk cId="1251719547" sldId="437"/>
            <ac:picMk id="8" creationId="{FCDFFCDD-1153-C7EB-DCAB-043271CF81BB}"/>
          </ac:picMkLst>
        </pc:picChg>
      </pc:sldChg>
      <pc:sldChg chg="add">
        <pc:chgData name="Farinacci, Josiah" userId="0bb882b7-9fd4-4423-b9ee-18d0523b7fb7" providerId="ADAL" clId="{C99643BD-5EA5-40EC-9D3C-DD7794BA0B77}" dt="2026-02-22T18:34:46.477" v="8417"/>
        <pc:sldMkLst>
          <pc:docMk/>
          <pc:sldMk cId="2948149880" sldId="438"/>
        </pc:sldMkLst>
      </pc:sldChg>
      <pc:sldChg chg="add">
        <pc:chgData name="Farinacci, Josiah" userId="0bb882b7-9fd4-4423-b9ee-18d0523b7fb7" providerId="ADAL" clId="{C99643BD-5EA5-40EC-9D3C-DD7794BA0B77}" dt="2026-02-22T18:34:49.789" v="8418"/>
        <pc:sldMkLst>
          <pc:docMk/>
          <pc:sldMk cId="2591432900" sldId="439"/>
        </pc:sldMkLst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82F48A-7045-4BCD-9BDB-06C9159EA6F0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/>
      <dgm:spPr/>
      <dgm:t>
        <a:bodyPr/>
        <a:lstStyle/>
        <a:p>
          <a:endParaRPr lang="en-US"/>
        </a:p>
      </dgm:t>
    </dgm:pt>
    <dgm:pt modelId="{B663A406-5FD6-4ED0-BD93-14F9AA283444}">
      <dgm:prSet/>
      <dgm:spPr/>
      <dgm:t>
        <a:bodyPr/>
        <a:lstStyle/>
        <a:p>
          <a:r>
            <a:rPr lang="en-US"/>
            <a:t>Design Process of Ride</a:t>
          </a:r>
        </a:p>
      </dgm:t>
    </dgm:pt>
    <dgm:pt modelId="{11B0097B-7E15-4C28-87B2-D4109F8AED71}" type="parTrans" cxnId="{71303207-9BBA-46DA-9255-B88E3E0C4AD0}">
      <dgm:prSet/>
      <dgm:spPr/>
      <dgm:t>
        <a:bodyPr/>
        <a:lstStyle/>
        <a:p>
          <a:endParaRPr lang="en-US"/>
        </a:p>
      </dgm:t>
    </dgm:pt>
    <dgm:pt modelId="{F943A17F-7594-46C9-BAF0-3C2FFCCA0D6F}" type="sibTrans" cxnId="{71303207-9BBA-46DA-9255-B88E3E0C4AD0}">
      <dgm:prSet/>
      <dgm:spPr/>
      <dgm:t>
        <a:bodyPr/>
        <a:lstStyle/>
        <a:p>
          <a:endParaRPr lang="en-US"/>
        </a:p>
      </dgm:t>
    </dgm:pt>
    <dgm:pt modelId="{EF56EE6A-9115-4EBD-90E0-38F9C246E834}">
      <dgm:prSet/>
      <dgm:spPr/>
      <dgm:t>
        <a:bodyPr/>
        <a:lstStyle/>
        <a:p>
          <a:r>
            <a:rPr lang="en-US"/>
            <a:t>Theory of Operation</a:t>
          </a:r>
        </a:p>
      </dgm:t>
    </dgm:pt>
    <dgm:pt modelId="{F88A21FC-3759-4F34-BE6D-455BC85A9D6F}" type="parTrans" cxnId="{896D9AAE-4C9C-4E51-A1FB-3DA544CBBDF0}">
      <dgm:prSet/>
      <dgm:spPr/>
      <dgm:t>
        <a:bodyPr/>
        <a:lstStyle/>
        <a:p>
          <a:endParaRPr lang="en-US"/>
        </a:p>
      </dgm:t>
    </dgm:pt>
    <dgm:pt modelId="{AF40EE2D-84F5-4DDE-A050-7C4B5F1C3C7D}" type="sibTrans" cxnId="{896D9AAE-4C9C-4E51-A1FB-3DA544CBBDF0}">
      <dgm:prSet/>
      <dgm:spPr/>
      <dgm:t>
        <a:bodyPr/>
        <a:lstStyle/>
        <a:p>
          <a:endParaRPr lang="en-US"/>
        </a:p>
      </dgm:t>
    </dgm:pt>
    <dgm:pt modelId="{DBE6EDF4-07EE-4DDD-9B8A-B53097CA8AAE}">
      <dgm:prSet/>
      <dgm:spPr/>
      <dgm:t>
        <a:bodyPr/>
        <a:lstStyle/>
        <a:p>
          <a:r>
            <a:rPr lang="en-US"/>
            <a:t>ASTM Compliance</a:t>
          </a:r>
        </a:p>
      </dgm:t>
    </dgm:pt>
    <dgm:pt modelId="{3C0BABB8-3F18-48E5-A4B8-9F324AAA2446}" type="parTrans" cxnId="{E3DBEAE4-8C6C-4E5F-B88D-92A4CEA5E1FD}">
      <dgm:prSet/>
      <dgm:spPr/>
      <dgm:t>
        <a:bodyPr/>
        <a:lstStyle/>
        <a:p>
          <a:endParaRPr lang="en-US"/>
        </a:p>
      </dgm:t>
    </dgm:pt>
    <dgm:pt modelId="{160F61F0-51DC-4860-AC9E-C6C4FB0119A9}" type="sibTrans" cxnId="{E3DBEAE4-8C6C-4E5F-B88D-92A4CEA5E1FD}">
      <dgm:prSet/>
      <dgm:spPr/>
      <dgm:t>
        <a:bodyPr/>
        <a:lstStyle/>
        <a:p>
          <a:endParaRPr lang="en-US"/>
        </a:p>
      </dgm:t>
    </dgm:pt>
    <dgm:pt modelId="{26950A41-107A-4BDC-952E-141B1BE35988}">
      <dgm:prSet/>
      <dgm:spPr/>
      <dgm:t>
        <a:bodyPr/>
        <a:lstStyle/>
        <a:p>
          <a:r>
            <a:rPr lang="en-US"/>
            <a:t>Future Plans</a:t>
          </a:r>
        </a:p>
      </dgm:t>
    </dgm:pt>
    <dgm:pt modelId="{EE1966A8-C5FC-4656-9AFF-F2E1231C965E}" type="parTrans" cxnId="{FBF5A60A-A0CB-45C5-B63A-75B87EEA8527}">
      <dgm:prSet/>
      <dgm:spPr/>
      <dgm:t>
        <a:bodyPr/>
        <a:lstStyle/>
        <a:p>
          <a:endParaRPr lang="en-US"/>
        </a:p>
      </dgm:t>
    </dgm:pt>
    <dgm:pt modelId="{53B32818-E9EC-434D-92E2-48D5DFE4AD8D}" type="sibTrans" cxnId="{FBF5A60A-A0CB-45C5-B63A-75B87EEA8527}">
      <dgm:prSet/>
      <dgm:spPr/>
      <dgm:t>
        <a:bodyPr/>
        <a:lstStyle/>
        <a:p>
          <a:endParaRPr lang="en-US"/>
        </a:p>
      </dgm:t>
    </dgm:pt>
    <dgm:pt modelId="{94EB2FE7-52A0-4CBC-8F71-1CB242CD6262}" type="pres">
      <dgm:prSet presAssocID="{0F82F48A-7045-4BCD-9BDB-06C9159EA6F0}" presName="linear" presStyleCnt="0">
        <dgm:presLayoutVars>
          <dgm:animLvl val="lvl"/>
          <dgm:resizeHandles val="exact"/>
        </dgm:presLayoutVars>
      </dgm:prSet>
      <dgm:spPr/>
    </dgm:pt>
    <dgm:pt modelId="{1766F1C6-6EBF-4412-AB5F-55404FF6860F}" type="pres">
      <dgm:prSet presAssocID="{B663A406-5FD6-4ED0-BD93-14F9AA28344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F7C67BA-E310-4CA5-86FF-23492B7A9629}" type="pres">
      <dgm:prSet presAssocID="{F943A17F-7594-46C9-BAF0-3C2FFCCA0D6F}" presName="spacer" presStyleCnt="0"/>
      <dgm:spPr/>
    </dgm:pt>
    <dgm:pt modelId="{4D81F99B-23AE-4DC1-B40E-0728838AD158}" type="pres">
      <dgm:prSet presAssocID="{EF56EE6A-9115-4EBD-90E0-38F9C246E83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ECAB485-F7A4-41CD-B667-857BE0F391B8}" type="pres">
      <dgm:prSet presAssocID="{AF40EE2D-84F5-4DDE-A050-7C4B5F1C3C7D}" presName="spacer" presStyleCnt="0"/>
      <dgm:spPr/>
    </dgm:pt>
    <dgm:pt modelId="{FFEEA94F-4068-4FE2-A2CE-D463B6FB0F1D}" type="pres">
      <dgm:prSet presAssocID="{DBE6EDF4-07EE-4DDD-9B8A-B53097CA8AA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5C5E9CC-ED00-40DE-AA9B-E1FE9CE85EBE}" type="pres">
      <dgm:prSet presAssocID="{160F61F0-51DC-4860-AC9E-C6C4FB0119A9}" presName="spacer" presStyleCnt="0"/>
      <dgm:spPr/>
    </dgm:pt>
    <dgm:pt modelId="{B628AAE8-B75D-4DD2-9E63-403E9865B426}" type="pres">
      <dgm:prSet presAssocID="{26950A41-107A-4BDC-952E-141B1BE3598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1303207-9BBA-46DA-9255-B88E3E0C4AD0}" srcId="{0F82F48A-7045-4BCD-9BDB-06C9159EA6F0}" destId="{B663A406-5FD6-4ED0-BD93-14F9AA283444}" srcOrd="0" destOrd="0" parTransId="{11B0097B-7E15-4C28-87B2-D4109F8AED71}" sibTransId="{F943A17F-7594-46C9-BAF0-3C2FFCCA0D6F}"/>
    <dgm:cxn modelId="{2C940A0A-BBBA-433B-A8D2-F886725AB5E1}" type="presOf" srcId="{EF56EE6A-9115-4EBD-90E0-38F9C246E834}" destId="{4D81F99B-23AE-4DC1-B40E-0728838AD158}" srcOrd="0" destOrd="0" presId="urn:microsoft.com/office/officeart/2005/8/layout/vList2"/>
    <dgm:cxn modelId="{FBF5A60A-A0CB-45C5-B63A-75B87EEA8527}" srcId="{0F82F48A-7045-4BCD-9BDB-06C9159EA6F0}" destId="{26950A41-107A-4BDC-952E-141B1BE35988}" srcOrd="3" destOrd="0" parTransId="{EE1966A8-C5FC-4656-9AFF-F2E1231C965E}" sibTransId="{53B32818-E9EC-434D-92E2-48D5DFE4AD8D}"/>
    <dgm:cxn modelId="{2A886413-FFF8-43D2-9870-067962FB38FD}" type="presOf" srcId="{B663A406-5FD6-4ED0-BD93-14F9AA283444}" destId="{1766F1C6-6EBF-4412-AB5F-55404FF6860F}" srcOrd="0" destOrd="0" presId="urn:microsoft.com/office/officeart/2005/8/layout/vList2"/>
    <dgm:cxn modelId="{D9CB647B-E1D7-4506-977C-B7E77BD7D9E0}" type="presOf" srcId="{0F82F48A-7045-4BCD-9BDB-06C9159EA6F0}" destId="{94EB2FE7-52A0-4CBC-8F71-1CB242CD6262}" srcOrd="0" destOrd="0" presId="urn:microsoft.com/office/officeart/2005/8/layout/vList2"/>
    <dgm:cxn modelId="{896D9AAE-4C9C-4E51-A1FB-3DA544CBBDF0}" srcId="{0F82F48A-7045-4BCD-9BDB-06C9159EA6F0}" destId="{EF56EE6A-9115-4EBD-90E0-38F9C246E834}" srcOrd="1" destOrd="0" parTransId="{F88A21FC-3759-4F34-BE6D-455BC85A9D6F}" sibTransId="{AF40EE2D-84F5-4DDE-A050-7C4B5F1C3C7D}"/>
    <dgm:cxn modelId="{E21CC6E2-4EE2-43CC-A78B-2472E34E234B}" type="presOf" srcId="{DBE6EDF4-07EE-4DDD-9B8A-B53097CA8AAE}" destId="{FFEEA94F-4068-4FE2-A2CE-D463B6FB0F1D}" srcOrd="0" destOrd="0" presId="urn:microsoft.com/office/officeart/2005/8/layout/vList2"/>
    <dgm:cxn modelId="{E3DBEAE4-8C6C-4E5F-B88D-92A4CEA5E1FD}" srcId="{0F82F48A-7045-4BCD-9BDB-06C9159EA6F0}" destId="{DBE6EDF4-07EE-4DDD-9B8A-B53097CA8AAE}" srcOrd="2" destOrd="0" parTransId="{3C0BABB8-3F18-48E5-A4B8-9F324AAA2446}" sibTransId="{160F61F0-51DC-4860-AC9E-C6C4FB0119A9}"/>
    <dgm:cxn modelId="{6550A1F6-10E0-44EB-860D-BB657D55A128}" type="presOf" srcId="{26950A41-107A-4BDC-952E-141B1BE35988}" destId="{B628AAE8-B75D-4DD2-9E63-403E9865B426}" srcOrd="0" destOrd="0" presId="urn:microsoft.com/office/officeart/2005/8/layout/vList2"/>
    <dgm:cxn modelId="{63CB4BB4-3481-4205-86A4-C7AAE102927E}" type="presParOf" srcId="{94EB2FE7-52A0-4CBC-8F71-1CB242CD6262}" destId="{1766F1C6-6EBF-4412-AB5F-55404FF6860F}" srcOrd="0" destOrd="0" presId="urn:microsoft.com/office/officeart/2005/8/layout/vList2"/>
    <dgm:cxn modelId="{9FDF877B-B4DD-4CF7-9957-DD08BE02593B}" type="presParOf" srcId="{94EB2FE7-52A0-4CBC-8F71-1CB242CD6262}" destId="{DF7C67BA-E310-4CA5-86FF-23492B7A9629}" srcOrd="1" destOrd="0" presId="urn:microsoft.com/office/officeart/2005/8/layout/vList2"/>
    <dgm:cxn modelId="{F515CB22-FC3F-49AE-B3E0-23321FF265DF}" type="presParOf" srcId="{94EB2FE7-52A0-4CBC-8F71-1CB242CD6262}" destId="{4D81F99B-23AE-4DC1-B40E-0728838AD158}" srcOrd="2" destOrd="0" presId="urn:microsoft.com/office/officeart/2005/8/layout/vList2"/>
    <dgm:cxn modelId="{EDF6A1F4-BFF2-4F1C-BC40-AEF157C6EC8D}" type="presParOf" srcId="{94EB2FE7-52A0-4CBC-8F71-1CB242CD6262}" destId="{FECAB485-F7A4-41CD-B667-857BE0F391B8}" srcOrd="3" destOrd="0" presId="urn:microsoft.com/office/officeart/2005/8/layout/vList2"/>
    <dgm:cxn modelId="{E699F0C2-6F52-466A-8F4C-487738C38D04}" type="presParOf" srcId="{94EB2FE7-52A0-4CBC-8F71-1CB242CD6262}" destId="{FFEEA94F-4068-4FE2-A2CE-D463B6FB0F1D}" srcOrd="4" destOrd="0" presId="urn:microsoft.com/office/officeart/2005/8/layout/vList2"/>
    <dgm:cxn modelId="{07A10B25-5B33-4DCD-8FC9-B7C584982636}" type="presParOf" srcId="{94EB2FE7-52A0-4CBC-8F71-1CB242CD6262}" destId="{45C5E9CC-ED00-40DE-AA9B-E1FE9CE85EBE}" srcOrd="5" destOrd="0" presId="urn:microsoft.com/office/officeart/2005/8/layout/vList2"/>
    <dgm:cxn modelId="{29867317-FB39-4F06-8758-4F6DE575BAF4}" type="presParOf" srcId="{94EB2FE7-52A0-4CBC-8F71-1CB242CD6262}" destId="{B628AAE8-B75D-4DD2-9E63-403E9865B42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D745ED-E859-43E7-AFF9-EB60D6753B1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EC6673-D760-4B3F-B32C-871DC8BEABC5}">
      <dgm:prSet/>
      <dgm:spPr/>
      <dgm:t>
        <a:bodyPr/>
        <a:lstStyle/>
        <a:p>
          <a:r>
            <a:rPr lang="en-US" dirty="0"/>
            <a:t>Competition Constraints</a:t>
          </a:r>
        </a:p>
      </dgm:t>
    </dgm:pt>
    <dgm:pt modelId="{A2F717A3-6FC6-4516-AB41-C92C25DEE117}" type="parTrans" cxnId="{34F986DA-29C3-4194-BD3B-7894833AE696}">
      <dgm:prSet/>
      <dgm:spPr/>
      <dgm:t>
        <a:bodyPr/>
        <a:lstStyle/>
        <a:p>
          <a:endParaRPr lang="en-US"/>
        </a:p>
      </dgm:t>
    </dgm:pt>
    <dgm:pt modelId="{DB279D89-AB90-4973-A7ED-404BAEE7DB69}" type="sibTrans" cxnId="{34F986DA-29C3-4194-BD3B-7894833AE696}">
      <dgm:prSet/>
      <dgm:spPr/>
      <dgm:t>
        <a:bodyPr/>
        <a:lstStyle/>
        <a:p>
          <a:endParaRPr lang="en-US"/>
        </a:p>
      </dgm:t>
    </dgm:pt>
    <dgm:pt modelId="{207C8A00-8468-42C0-95E4-AE275FA79050}">
      <dgm:prSet/>
      <dgm:spPr/>
      <dgm:t>
        <a:bodyPr/>
        <a:lstStyle/>
        <a:p>
          <a:r>
            <a:rPr lang="en-US"/>
            <a:t>SolidWorks</a:t>
          </a:r>
        </a:p>
      </dgm:t>
    </dgm:pt>
    <dgm:pt modelId="{82C3A2C2-DD74-48E9-A010-0717A2DAA7CD}" type="parTrans" cxnId="{996F5E69-7306-4DF9-B989-517F40BDD6F9}">
      <dgm:prSet/>
      <dgm:spPr/>
      <dgm:t>
        <a:bodyPr/>
        <a:lstStyle/>
        <a:p>
          <a:endParaRPr lang="en-US"/>
        </a:p>
      </dgm:t>
    </dgm:pt>
    <dgm:pt modelId="{C103B7B2-77F9-4DDA-B30F-405E038CC7B0}" type="sibTrans" cxnId="{996F5E69-7306-4DF9-B989-517F40BDD6F9}">
      <dgm:prSet/>
      <dgm:spPr/>
      <dgm:t>
        <a:bodyPr/>
        <a:lstStyle/>
        <a:p>
          <a:endParaRPr lang="en-US"/>
        </a:p>
      </dgm:t>
    </dgm:pt>
    <dgm:pt modelId="{13FA076D-1779-4A73-804D-2CBB0800D688}">
      <dgm:prSet/>
      <dgm:spPr/>
      <dgm:t>
        <a:bodyPr/>
        <a:lstStyle/>
        <a:p>
          <a:r>
            <a:rPr lang="en-US"/>
            <a:t>Modifications</a:t>
          </a:r>
        </a:p>
      </dgm:t>
    </dgm:pt>
    <dgm:pt modelId="{3219EC73-462D-4051-B688-16B505093F2B}" type="parTrans" cxnId="{8C6251C3-52F3-4AC8-A8D6-D960E5063E57}">
      <dgm:prSet/>
      <dgm:spPr/>
      <dgm:t>
        <a:bodyPr/>
        <a:lstStyle/>
        <a:p>
          <a:endParaRPr lang="en-US"/>
        </a:p>
      </dgm:t>
    </dgm:pt>
    <dgm:pt modelId="{7A46075D-D97C-4628-B979-B94A4D50A187}" type="sibTrans" cxnId="{8C6251C3-52F3-4AC8-A8D6-D960E5063E57}">
      <dgm:prSet/>
      <dgm:spPr/>
      <dgm:t>
        <a:bodyPr/>
        <a:lstStyle/>
        <a:p>
          <a:endParaRPr lang="en-US"/>
        </a:p>
      </dgm:t>
    </dgm:pt>
    <dgm:pt modelId="{B3B4E3A3-F2A7-422F-B10E-ACDEDBA8B4F5}">
      <dgm:prSet/>
      <dgm:spPr/>
      <dgm:t>
        <a:bodyPr/>
        <a:lstStyle/>
        <a:p>
          <a:r>
            <a:rPr lang="en-US"/>
            <a:t>FVD++</a:t>
          </a:r>
        </a:p>
      </dgm:t>
    </dgm:pt>
    <dgm:pt modelId="{83F2E196-B9CE-4975-ACB1-BDAAB155FB34}" type="parTrans" cxnId="{3485C017-86C9-4FFB-8DD9-DE764593E7C3}">
      <dgm:prSet/>
      <dgm:spPr/>
      <dgm:t>
        <a:bodyPr/>
        <a:lstStyle/>
        <a:p>
          <a:endParaRPr lang="en-US"/>
        </a:p>
      </dgm:t>
    </dgm:pt>
    <dgm:pt modelId="{DDCA59D8-8153-42E4-860B-A35A8FD97107}" type="sibTrans" cxnId="{3485C017-86C9-4FFB-8DD9-DE764593E7C3}">
      <dgm:prSet/>
      <dgm:spPr/>
      <dgm:t>
        <a:bodyPr/>
        <a:lstStyle/>
        <a:p>
          <a:endParaRPr lang="en-US"/>
        </a:p>
      </dgm:t>
    </dgm:pt>
    <dgm:pt modelId="{08CF93C8-E959-4EE7-915E-A065D441FD4C}" type="pres">
      <dgm:prSet presAssocID="{8ED745ED-E859-43E7-AFF9-EB60D6753B1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2CB3BDB-E5E0-4314-B87F-555CD5463C38}" type="pres">
      <dgm:prSet presAssocID="{CAEC6673-D760-4B3F-B32C-871DC8BEABC5}" presName="hierRoot1" presStyleCnt="0"/>
      <dgm:spPr/>
    </dgm:pt>
    <dgm:pt modelId="{9931D88C-D015-469E-A069-D6286E4B9155}" type="pres">
      <dgm:prSet presAssocID="{CAEC6673-D760-4B3F-B32C-871DC8BEABC5}" presName="composite" presStyleCnt="0"/>
      <dgm:spPr/>
    </dgm:pt>
    <dgm:pt modelId="{3A2F874B-8746-4905-80A2-CB894E90DAFE}" type="pres">
      <dgm:prSet presAssocID="{CAEC6673-D760-4B3F-B32C-871DC8BEABC5}" presName="background" presStyleLbl="node0" presStyleIdx="0" presStyleCnt="4"/>
      <dgm:spPr/>
    </dgm:pt>
    <dgm:pt modelId="{5E7AD8C8-DD9B-4D18-8861-7AD85FE7E3C1}" type="pres">
      <dgm:prSet presAssocID="{CAEC6673-D760-4B3F-B32C-871DC8BEABC5}" presName="text" presStyleLbl="fgAcc0" presStyleIdx="0" presStyleCnt="4">
        <dgm:presLayoutVars>
          <dgm:chPref val="3"/>
        </dgm:presLayoutVars>
      </dgm:prSet>
      <dgm:spPr/>
    </dgm:pt>
    <dgm:pt modelId="{8AC31A3E-71A8-43B1-A39F-826983CC676D}" type="pres">
      <dgm:prSet presAssocID="{CAEC6673-D760-4B3F-B32C-871DC8BEABC5}" presName="hierChild2" presStyleCnt="0"/>
      <dgm:spPr/>
    </dgm:pt>
    <dgm:pt modelId="{C6F6F58F-791A-493B-9B46-E0F190C405D8}" type="pres">
      <dgm:prSet presAssocID="{B3B4E3A3-F2A7-422F-B10E-ACDEDBA8B4F5}" presName="hierRoot1" presStyleCnt="0"/>
      <dgm:spPr/>
    </dgm:pt>
    <dgm:pt modelId="{2C5B66F8-8A8C-4B2E-8622-7C2294852C9A}" type="pres">
      <dgm:prSet presAssocID="{B3B4E3A3-F2A7-422F-B10E-ACDEDBA8B4F5}" presName="composite" presStyleCnt="0"/>
      <dgm:spPr/>
    </dgm:pt>
    <dgm:pt modelId="{57EA1678-1775-4BC2-A466-7CC76728781A}" type="pres">
      <dgm:prSet presAssocID="{B3B4E3A3-F2A7-422F-B10E-ACDEDBA8B4F5}" presName="background" presStyleLbl="node0" presStyleIdx="1" presStyleCnt="4"/>
      <dgm:spPr/>
    </dgm:pt>
    <dgm:pt modelId="{74783F0B-6BFB-4168-B704-38EF16EA3D45}" type="pres">
      <dgm:prSet presAssocID="{B3B4E3A3-F2A7-422F-B10E-ACDEDBA8B4F5}" presName="text" presStyleLbl="fgAcc0" presStyleIdx="1" presStyleCnt="4">
        <dgm:presLayoutVars>
          <dgm:chPref val="3"/>
        </dgm:presLayoutVars>
      </dgm:prSet>
      <dgm:spPr/>
    </dgm:pt>
    <dgm:pt modelId="{FECAC3F7-91DE-483E-8407-9FE0D1D362EF}" type="pres">
      <dgm:prSet presAssocID="{B3B4E3A3-F2A7-422F-B10E-ACDEDBA8B4F5}" presName="hierChild2" presStyleCnt="0"/>
      <dgm:spPr/>
    </dgm:pt>
    <dgm:pt modelId="{6A8CCCAC-6EE4-4312-9D23-CAF2B5A5304E}" type="pres">
      <dgm:prSet presAssocID="{207C8A00-8468-42C0-95E4-AE275FA79050}" presName="hierRoot1" presStyleCnt="0"/>
      <dgm:spPr/>
    </dgm:pt>
    <dgm:pt modelId="{A93997C2-2FC8-4E00-82BE-7F8BAE508038}" type="pres">
      <dgm:prSet presAssocID="{207C8A00-8468-42C0-95E4-AE275FA79050}" presName="composite" presStyleCnt="0"/>
      <dgm:spPr/>
    </dgm:pt>
    <dgm:pt modelId="{36F22D23-D5BB-4446-912E-313AA69AD6DA}" type="pres">
      <dgm:prSet presAssocID="{207C8A00-8468-42C0-95E4-AE275FA79050}" presName="background" presStyleLbl="node0" presStyleIdx="2" presStyleCnt="4"/>
      <dgm:spPr/>
    </dgm:pt>
    <dgm:pt modelId="{60D5AAE4-5D6F-407D-A02A-E6AC3D26DCDD}" type="pres">
      <dgm:prSet presAssocID="{207C8A00-8468-42C0-95E4-AE275FA79050}" presName="text" presStyleLbl="fgAcc0" presStyleIdx="2" presStyleCnt="4">
        <dgm:presLayoutVars>
          <dgm:chPref val="3"/>
        </dgm:presLayoutVars>
      </dgm:prSet>
      <dgm:spPr/>
    </dgm:pt>
    <dgm:pt modelId="{D365F798-0646-40A8-A01F-F00FA5B3DF00}" type="pres">
      <dgm:prSet presAssocID="{207C8A00-8468-42C0-95E4-AE275FA79050}" presName="hierChild2" presStyleCnt="0"/>
      <dgm:spPr/>
    </dgm:pt>
    <dgm:pt modelId="{6CC24BF0-F2F5-4234-B3FC-620E550C93DC}" type="pres">
      <dgm:prSet presAssocID="{13FA076D-1779-4A73-804D-2CBB0800D688}" presName="hierRoot1" presStyleCnt="0"/>
      <dgm:spPr/>
    </dgm:pt>
    <dgm:pt modelId="{CC56BE3D-F9ED-418A-929F-2E8AE4E388BD}" type="pres">
      <dgm:prSet presAssocID="{13FA076D-1779-4A73-804D-2CBB0800D688}" presName="composite" presStyleCnt="0"/>
      <dgm:spPr/>
    </dgm:pt>
    <dgm:pt modelId="{18B90A3E-91CC-475F-AC59-3425180B2C6E}" type="pres">
      <dgm:prSet presAssocID="{13FA076D-1779-4A73-804D-2CBB0800D688}" presName="background" presStyleLbl="node0" presStyleIdx="3" presStyleCnt="4"/>
      <dgm:spPr/>
    </dgm:pt>
    <dgm:pt modelId="{6D75CA6D-0BDF-49C5-9917-8D9EFB38448E}" type="pres">
      <dgm:prSet presAssocID="{13FA076D-1779-4A73-804D-2CBB0800D688}" presName="text" presStyleLbl="fgAcc0" presStyleIdx="3" presStyleCnt="4">
        <dgm:presLayoutVars>
          <dgm:chPref val="3"/>
        </dgm:presLayoutVars>
      </dgm:prSet>
      <dgm:spPr/>
    </dgm:pt>
    <dgm:pt modelId="{E082862B-7EB5-4612-B813-F0E8E371F0A7}" type="pres">
      <dgm:prSet presAssocID="{13FA076D-1779-4A73-804D-2CBB0800D688}" presName="hierChild2" presStyleCnt="0"/>
      <dgm:spPr/>
    </dgm:pt>
  </dgm:ptLst>
  <dgm:cxnLst>
    <dgm:cxn modelId="{19408204-0903-4430-9BCE-D5DD98BE3783}" type="presOf" srcId="{CAEC6673-D760-4B3F-B32C-871DC8BEABC5}" destId="{5E7AD8C8-DD9B-4D18-8861-7AD85FE7E3C1}" srcOrd="0" destOrd="0" presId="urn:microsoft.com/office/officeart/2005/8/layout/hierarchy1"/>
    <dgm:cxn modelId="{F8721116-6763-4631-A6FA-CDA8AF38A194}" type="presOf" srcId="{8ED745ED-E859-43E7-AFF9-EB60D6753B16}" destId="{08CF93C8-E959-4EE7-915E-A065D441FD4C}" srcOrd="0" destOrd="0" presId="urn:microsoft.com/office/officeart/2005/8/layout/hierarchy1"/>
    <dgm:cxn modelId="{3485C017-86C9-4FFB-8DD9-DE764593E7C3}" srcId="{8ED745ED-E859-43E7-AFF9-EB60D6753B16}" destId="{B3B4E3A3-F2A7-422F-B10E-ACDEDBA8B4F5}" srcOrd="1" destOrd="0" parTransId="{83F2E196-B9CE-4975-ACB1-BDAAB155FB34}" sibTransId="{DDCA59D8-8153-42E4-860B-A35A8FD97107}"/>
    <dgm:cxn modelId="{996F5E69-7306-4DF9-B989-517F40BDD6F9}" srcId="{8ED745ED-E859-43E7-AFF9-EB60D6753B16}" destId="{207C8A00-8468-42C0-95E4-AE275FA79050}" srcOrd="2" destOrd="0" parTransId="{82C3A2C2-DD74-48E9-A010-0717A2DAA7CD}" sibTransId="{C103B7B2-77F9-4DDA-B30F-405E038CC7B0}"/>
    <dgm:cxn modelId="{4831F19D-0E07-45A0-8BF9-FE5BF2F80E8B}" type="presOf" srcId="{B3B4E3A3-F2A7-422F-B10E-ACDEDBA8B4F5}" destId="{74783F0B-6BFB-4168-B704-38EF16EA3D45}" srcOrd="0" destOrd="0" presId="urn:microsoft.com/office/officeart/2005/8/layout/hierarchy1"/>
    <dgm:cxn modelId="{DB4448B0-EFF4-4525-832A-2956E038C3DE}" type="presOf" srcId="{207C8A00-8468-42C0-95E4-AE275FA79050}" destId="{60D5AAE4-5D6F-407D-A02A-E6AC3D26DCDD}" srcOrd="0" destOrd="0" presId="urn:microsoft.com/office/officeart/2005/8/layout/hierarchy1"/>
    <dgm:cxn modelId="{8C6251C3-52F3-4AC8-A8D6-D960E5063E57}" srcId="{8ED745ED-E859-43E7-AFF9-EB60D6753B16}" destId="{13FA076D-1779-4A73-804D-2CBB0800D688}" srcOrd="3" destOrd="0" parTransId="{3219EC73-462D-4051-B688-16B505093F2B}" sibTransId="{7A46075D-D97C-4628-B979-B94A4D50A187}"/>
    <dgm:cxn modelId="{33D29ACB-2285-4A80-8CF3-29BA94D34A04}" type="presOf" srcId="{13FA076D-1779-4A73-804D-2CBB0800D688}" destId="{6D75CA6D-0BDF-49C5-9917-8D9EFB38448E}" srcOrd="0" destOrd="0" presId="urn:microsoft.com/office/officeart/2005/8/layout/hierarchy1"/>
    <dgm:cxn modelId="{34F986DA-29C3-4194-BD3B-7894833AE696}" srcId="{8ED745ED-E859-43E7-AFF9-EB60D6753B16}" destId="{CAEC6673-D760-4B3F-B32C-871DC8BEABC5}" srcOrd="0" destOrd="0" parTransId="{A2F717A3-6FC6-4516-AB41-C92C25DEE117}" sibTransId="{DB279D89-AB90-4973-A7ED-404BAEE7DB69}"/>
    <dgm:cxn modelId="{60A929D1-863C-427A-BCA0-E984872BC150}" type="presParOf" srcId="{08CF93C8-E959-4EE7-915E-A065D441FD4C}" destId="{A2CB3BDB-E5E0-4314-B87F-555CD5463C38}" srcOrd="0" destOrd="0" presId="urn:microsoft.com/office/officeart/2005/8/layout/hierarchy1"/>
    <dgm:cxn modelId="{F53B0A94-3981-4126-87E2-F39B0854C6BA}" type="presParOf" srcId="{A2CB3BDB-E5E0-4314-B87F-555CD5463C38}" destId="{9931D88C-D015-469E-A069-D6286E4B9155}" srcOrd="0" destOrd="0" presId="urn:microsoft.com/office/officeart/2005/8/layout/hierarchy1"/>
    <dgm:cxn modelId="{BEB7874A-24C0-4A74-8DEF-2579632438EB}" type="presParOf" srcId="{9931D88C-D015-469E-A069-D6286E4B9155}" destId="{3A2F874B-8746-4905-80A2-CB894E90DAFE}" srcOrd="0" destOrd="0" presId="urn:microsoft.com/office/officeart/2005/8/layout/hierarchy1"/>
    <dgm:cxn modelId="{A1CA9090-4FC0-4CEC-AE0D-B25D1BFB0715}" type="presParOf" srcId="{9931D88C-D015-469E-A069-D6286E4B9155}" destId="{5E7AD8C8-DD9B-4D18-8861-7AD85FE7E3C1}" srcOrd="1" destOrd="0" presId="urn:microsoft.com/office/officeart/2005/8/layout/hierarchy1"/>
    <dgm:cxn modelId="{F5170159-EF79-4B00-8825-9D7933692617}" type="presParOf" srcId="{A2CB3BDB-E5E0-4314-B87F-555CD5463C38}" destId="{8AC31A3E-71A8-43B1-A39F-826983CC676D}" srcOrd="1" destOrd="0" presId="urn:microsoft.com/office/officeart/2005/8/layout/hierarchy1"/>
    <dgm:cxn modelId="{0217BC6F-DC55-4C13-A887-6643B07EB4F3}" type="presParOf" srcId="{08CF93C8-E959-4EE7-915E-A065D441FD4C}" destId="{C6F6F58F-791A-493B-9B46-E0F190C405D8}" srcOrd="1" destOrd="0" presId="urn:microsoft.com/office/officeart/2005/8/layout/hierarchy1"/>
    <dgm:cxn modelId="{B1E1DDAE-6838-4925-BFE1-C14FC5020DC9}" type="presParOf" srcId="{C6F6F58F-791A-493B-9B46-E0F190C405D8}" destId="{2C5B66F8-8A8C-4B2E-8622-7C2294852C9A}" srcOrd="0" destOrd="0" presId="urn:microsoft.com/office/officeart/2005/8/layout/hierarchy1"/>
    <dgm:cxn modelId="{6197192B-4CBC-49C4-A5CE-6B8EC6B9763B}" type="presParOf" srcId="{2C5B66F8-8A8C-4B2E-8622-7C2294852C9A}" destId="{57EA1678-1775-4BC2-A466-7CC76728781A}" srcOrd="0" destOrd="0" presId="urn:microsoft.com/office/officeart/2005/8/layout/hierarchy1"/>
    <dgm:cxn modelId="{6158507F-2BF8-4C8A-8AA3-5DA4AF31B3AB}" type="presParOf" srcId="{2C5B66F8-8A8C-4B2E-8622-7C2294852C9A}" destId="{74783F0B-6BFB-4168-B704-38EF16EA3D45}" srcOrd="1" destOrd="0" presId="urn:microsoft.com/office/officeart/2005/8/layout/hierarchy1"/>
    <dgm:cxn modelId="{DC116DB9-59CE-4305-BD38-4589EC8A6BCA}" type="presParOf" srcId="{C6F6F58F-791A-493B-9B46-E0F190C405D8}" destId="{FECAC3F7-91DE-483E-8407-9FE0D1D362EF}" srcOrd="1" destOrd="0" presId="urn:microsoft.com/office/officeart/2005/8/layout/hierarchy1"/>
    <dgm:cxn modelId="{3706B1FF-42A8-478D-B7E4-A49A606033F1}" type="presParOf" srcId="{08CF93C8-E959-4EE7-915E-A065D441FD4C}" destId="{6A8CCCAC-6EE4-4312-9D23-CAF2B5A5304E}" srcOrd="2" destOrd="0" presId="urn:microsoft.com/office/officeart/2005/8/layout/hierarchy1"/>
    <dgm:cxn modelId="{0FD05739-FDFD-4F87-B481-2BDD2B432FB0}" type="presParOf" srcId="{6A8CCCAC-6EE4-4312-9D23-CAF2B5A5304E}" destId="{A93997C2-2FC8-4E00-82BE-7F8BAE508038}" srcOrd="0" destOrd="0" presId="urn:microsoft.com/office/officeart/2005/8/layout/hierarchy1"/>
    <dgm:cxn modelId="{719AEE4D-5395-40AE-A98B-E58CCAE4C8D4}" type="presParOf" srcId="{A93997C2-2FC8-4E00-82BE-7F8BAE508038}" destId="{36F22D23-D5BB-4446-912E-313AA69AD6DA}" srcOrd="0" destOrd="0" presId="urn:microsoft.com/office/officeart/2005/8/layout/hierarchy1"/>
    <dgm:cxn modelId="{2C67B70F-A5F2-43C0-8F85-0F47A3CC3CA0}" type="presParOf" srcId="{A93997C2-2FC8-4E00-82BE-7F8BAE508038}" destId="{60D5AAE4-5D6F-407D-A02A-E6AC3D26DCDD}" srcOrd="1" destOrd="0" presId="urn:microsoft.com/office/officeart/2005/8/layout/hierarchy1"/>
    <dgm:cxn modelId="{D20B7E79-FBCE-4014-B107-350E34A8EDDA}" type="presParOf" srcId="{6A8CCCAC-6EE4-4312-9D23-CAF2B5A5304E}" destId="{D365F798-0646-40A8-A01F-F00FA5B3DF00}" srcOrd="1" destOrd="0" presId="urn:microsoft.com/office/officeart/2005/8/layout/hierarchy1"/>
    <dgm:cxn modelId="{0D72859F-F98F-49D7-9836-C6B0F2934838}" type="presParOf" srcId="{08CF93C8-E959-4EE7-915E-A065D441FD4C}" destId="{6CC24BF0-F2F5-4234-B3FC-620E550C93DC}" srcOrd="3" destOrd="0" presId="urn:microsoft.com/office/officeart/2005/8/layout/hierarchy1"/>
    <dgm:cxn modelId="{77345926-7F56-4643-B039-E9B313EB5F6B}" type="presParOf" srcId="{6CC24BF0-F2F5-4234-B3FC-620E550C93DC}" destId="{CC56BE3D-F9ED-418A-929F-2E8AE4E388BD}" srcOrd="0" destOrd="0" presId="urn:microsoft.com/office/officeart/2005/8/layout/hierarchy1"/>
    <dgm:cxn modelId="{E98696E8-800B-4418-A277-A174A99CB8B2}" type="presParOf" srcId="{CC56BE3D-F9ED-418A-929F-2E8AE4E388BD}" destId="{18B90A3E-91CC-475F-AC59-3425180B2C6E}" srcOrd="0" destOrd="0" presId="urn:microsoft.com/office/officeart/2005/8/layout/hierarchy1"/>
    <dgm:cxn modelId="{AB63F181-288C-4981-B588-8EECF7344D25}" type="presParOf" srcId="{CC56BE3D-F9ED-418A-929F-2E8AE4E388BD}" destId="{6D75CA6D-0BDF-49C5-9917-8D9EFB38448E}" srcOrd="1" destOrd="0" presId="urn:microsoft.com/office/officeart/2005/8/layout/hierarchy1"/>
    <dgm:cxn modelId="{9161C2AF-5B18-4A46-B9BD-699947D99267}" type="presParOf" srcId="{6CC24BF0-F2F5-4234-B3FC-620E550C93DC}" destId="{E082862B-7EB5-4612-B813-F0E8E371F0A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17AA779-6881-4078-A124-BDFBA1BCF58B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1381B3-7194-4F0E-8215-79189123297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/>
              </a:solidFill>
            </a:rPr>
            <a:t>Track Analysis</a:t>
          </a:r>
        </a:p>
      </dgm:t>
    </dgm:pt>
    <dgm:pt modelId="{F63773FB-0E42-4827-9A72-9F65522FD648}" type="parTrans" cxnId="{0E7A6D02-167E-4EDE-969A-9E0297F700BC}">
      <dgm:prSet/>
      <dgm:spPr/>
      <dgm:t>
        <a:bodyPr/>
        <a:lstStyle/>
        <a:p>
          <a:endParaRPr lang="en-US"/>
        </a:p>
      </dgm:t>
    </dgm:pt>
    <dgm:pt modelId="{5F8A168B-2D16-47BC-9C09-CE570F8DA071}" type="sibTrans" cxnId="{0E7A6D02-167E-4EDE-969A-9E0297F700BC}">
      <dgm:prSet/>
      <dgm:spPr/>
      <dgm:t>
        <a:bodyPr/>
        <a:lstStyle/>
        <a:p>
          <a:endParaRPr lang="en-US"/>
        </a:p>
      </dgm:t>
    </dgm:pt>
    <dgm:pt modelId="{99CB8C95-94C3-4C8D-8A83-A2C404DE824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/>
              </a:solidFill>
            </a:rPr>
            <a:t>Support Column Analysis</a:t>
          </a:r>
        </a:p>
      </dgm:t>
    </dgm:pt>
    <dgm:pt modelId="{EBF9648A-42F6-408E-AF54-34344120FA6C}" type="parTrans" cxnId="{ECE82628-51CB-4FFC-86A6-E352D32E7FC6}">
      <dgm:prSet/>
      <dgm:spPr/>
      <dgm:t>
        <a:bodyPr/>
        <a:lstStyle/>
        <a:p>
          <a:endParaRPr lang="en-US"/>
        </a:p>
      </dgm:t>
    </dgm:pt>
    <dgm:pt modelId="{8796D79D-9655-4312-B2C3-9A6B1157BBBD}" type="sibTrans" cxnId="{ECE82628-51CB-4FFC-86A6-E352D32E7FC6}">
      <dgm:prSet/>
      <dgm:spPr/>
      <dgm:t>
        <a:bodyPr/>
        <a:lstStyle/>
        <a:p>
          <a:endParaRPr lang="en-US"/>
        </a:p>
      </dgm:t>
    </dgm:pt>
    <dgm:pt modelId="{20F05F3E-E800-4846-8578-121474C70E0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/>
              </a:solidFill>
            </a:rPr>
            <a:t>Safety Protocols</a:t>
          </a:r>
        </a:p>
      </dgm:t>
    </dgm:pt>
    <dgm:pt modelId="{435E6F14-7FC2-43E6-B5E9-DDB3FF4E05F8}" type="parTrans" cxnId="{097E4543-99EA-4CE4-9F72-6A4D6566177C}">
      <dgm:prSet/>
      <dgm:spPr/>
      <dgm:t>
        <a:bodyPr/>
        <a:lstStyle/>
        <a:p>
          <a:endParaRPr lang="en-US"/>
        </a:p>
      </dgm:t>
    </dgm:pt>
    <dgm:pt modelId="{BEE15DB6-428E-47F6-A02A-F9DC2667C35A}" type="sibTrans" cxnId="{097E4543-99EA-4CE4-9F72-6A4D6566177C}">
      <dgm:prSet/>
      <dgm:spPr/>
      <dgm:t>
        <a:bodyPr/>
        <a:lstStyle/>
        <a:p>
          <a:endParaRPr lang="en-US"/>
        </a:p>
      </dgm:t>
    </dgm:pt>
    <dgm:pt modelId="{FB9D1E84-0250-4ACD-A067-8158F03F690F}" type="pres">
      <dgm:prSet presAssocID="{117AA779-6881-4078-A124-BDFBA1BCF58B}" presName="root" presStyleCnt="0">
        <dgm:presLayoutVars>
          <dgm:dir/>
          <dgm:resizeHandles val="exact"/>
        </dgm:presLayoutVars>
      </dgm:prSet>
      <dgm:spPr/>
    </dgm:pt>
    <dgm:pt modelId="{ECFC9935-FBF9-4F56-8C51-E079D39E8802}" type="pres">
      <dgm:prSet presAssocID="{E21381B3-7194-4F0E-8215-791891232974}" presName="compNode" presStyleCnt="0"/>
      <dgm:spPr/>
    </dgm:pt>
    <dgm:pt modelId="{55BE2474-BDF3-47AC-B531-98D21D0CD5E7}" type="pres">
      <dgm:prSet presAssocID="{E21381B3-7194-4F0E-8215-791891232974}" presName="iconBgRect" presStyleLbl="bgShp" presStyleIdx="0" presStyleCnt="3"/>
      <dgm:spPr/>
    </dgm:pt>
    <dgm:pt modelId="{DF4D3F8A-36CF-4611-8D1D-6F916DC5EF10}" type="pres">
      <dgm:prSet presAssocID="{E21381B3-7194-4F0E-8215-79189123297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193D50A-6CEE-4587-A04F-4E0D630B41C1}" type="pres">
      <dgm:prSet presAssocID="{E21381B3-7194-4F0E-8215-791891232974}" presName="spaceRect" presStyleCnt="0"/>
      <dgm:spPr/>
    </dgm:pt>
    <dgm:pt modelId="{13C7DF0D-78A9-4345-8DB4-6553066337A8}" type="pres">
      <dgm:prSet presAssocID="{E21381B3-7194-4F0E-8215-791891232974}" presName="textRect" presStyleLbl="revTx" presStyleIdx="0" presStyleCnt="3">
        <dgm:presLayoutVars>
          <dgm:chMax val="1"/>
          <dgm:chPref val="1"/>
        </dgm:presLayoutVars>
      </dgm:prSet>
      <dgm:spPr/>
    </dgm:pt>
    <dgm:pt modelId="{9DF86560-8802-43C3-921C-CE3C566DBE07}" type="pres">
      <dgm:prSet presAssocID="{5F8A168B-2D16-47BC-9C09-CE570F8DA071}" presName="sibTrans" presStyleCnt="0"/>
      <dgm:spPr/>
    </dgm:pt>
    <dgm:pt modelId="{45E4EF21-9F68-4C07-91F9-DDE8DA9C28CC}" type="pres">
      <dgm:prSet presAssocID="{99CB8C95-94C3-4C8D-8A83-A2C404DE8243}" presName="compNode" presStyleCnt="0"/>
      <dgm:spPr/>
    </dgm:pt>
    <dgm:pt modelId="{C95F650D-32A5-41FD-BE8F-851BC4CCE5AE}" type="pres">
      <dgm:prSet presAssocID="{99CB8C95-94C3-4C8D-8A83-A2C404DE8243}" presName="iconBgRect" presStyleLbl="bgShp" presStyleIdx="1" presStyleCnt="3"/>
      <dgm:spPr/>
    </dgm:pt>
    <dgm:pt modelId="{064B0575-2636-46AA-B37C-E1D1D3CD4BDE}" type="pres">
      <dgm:prSet presAssocID="{99CB8C95-94C3-4C8D-8A83-A2C404DE824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1F89C72-1F53-47E7-8BC5-F723DDD668A9}" type="pres">
      <dgm:prSet presAssocID="{99CB8C95-94C3-4C8D-8A83-A2C404DE8243}" presName="spaceRect" presStyleCnt="0"/>
      <dgm:spPr/>
    </dgm:pt>
    <dgm:pt modelId="{0EC4889F-8D51-40B6-988E-61AA1E55DB02}" type="pres">
      <dgm:prSet presAssocID="{99CB8C95-94C3-4C8D-8A83-A2C404DE8243}" presName="textRect" presStyleLbl="revTx" presStyleIdx="1" presStyleCnt="3">
        <dgm:presLayoutVars>
          <dgm:chMax val="1"/>
          <dgm:chPref val="1"/>
        </dgm:presLayoutVars>
      </dgm:prSet>
      <dgm:spPr/>
    </dgm:pt>
    <dgm:pt modelId="{BD2724A6-7B29-437C-A8E5-E0C31224839D}" type="pres">
      <dgm:prSet presAssocID="{8796D79D-9655-4312-B2C3-9A6B1157BBBD}" presName="sibTrans" presStyleCnt="0"/>
      <dgm:spPr/>
    </dgm:pt>
    <dgm:pt modelId="{47616833-7774-45A0-96DF-EA4553619BB4}" type="pres">
      <dgm:prSet presAssocID="{20F05F3E-E800-4846-8578-121474C70E08}" presName="compNode" presStyleCnt="0"/>
      <dgm:spPr/>
    </dgm:pt>
    <dgm:pt modelId="{8B72241C-68EF-4A05-968C-E7C7B30DB583}" type="pres">
      <dgm:prSet presAssocID="{20F05F3E-E800-4846-8578-121474C70E08}" presName="iconBgRect" presStyleLbl="bgShp" presStyleIdx="2" presStyleCnt="3"/>
      <dgm:spPr/>
    </dgm:pt>
    <dgm:pt modelId="{38569065-E2A0-4C92-A89C-28D959359527}" type="pres">
      <dgm:prSet presAssocID="{20F05F3E-E800-4846-8578-121474C70E0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F1BB2E2A-E9E6-4DE8-8041-6814072D7A07}" type="pres">
      <dgm:prSet presAssocID="{20F05F3E-E800-4846-8578-121474C70E08}" presName="spaceRect" presStyleCnt="0"/>
      <dgm:spPr/>
    </dgm:pt>
    <dgm:pt modelId="{3F4E75B6-A4FD-460A-A4CE-48FD5DCF5ECD}" type="pres">
      <dgm:prSet presAssocID="{20F05F3E-E800-4846-8578-121474C70E0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E7A6D02-167E-4EDE-969A-9E0297F700BC}" srcId="{117AA779-6881-4078-A124-BDFBA1BCF58B}" destId="{E21381B3-7194-4F0E-8215-791891232974}" srcOrd="0" destOrd="0" parTransId="{F63773FB-0E42-4827-9A72-9F65522FD648}" sibTransId="{5F8A168B-2D16-47BC-9C09-CE570F8DA071}"/>
    <dgm:cxn modelId="{EFAF2A24-02F1-44FD-B767-7FA6DBB620A4}" type="presOf" srcId="{20F05F3E-E800-4846-8578-121474C70E08}" destId="{3F4E75B6-A4FD-460A-A4CE-48FD5DCF5ECD}" srcOrd="0" destOrd="0" presId="urn:microsoft.com/office/officeart/2018/5/layout/IconCircleLabelList"/>
    <dgm:cxn modelId="{ECE82628-51CB-4FFC-86A6-E352D32E7FC6}" srcId="{117AA779-6881-4078-A124-BDFBA1BCF58B}" destId="{99CB8C95-94C3-4C8D-8A83-A2C404DE8243}" srcOrd="1" destOrd="0" parTransId="{EBF9648A-42F6-408E-AF54-34344120FA6C}" sibTransId="{8796D79D-9655-4312-B2C3-9A6B1157BBBD}"/>
    <dgm:cxn modelId="{097E4543-99EA-4CE4-9F72-6A4D6566177C}" srcId="{117AA779-6881-4078-A124-BDFBA1BCF58B}" destId="{20F05F3E-E800-4846-8578-121474C70E08}" srcOrd="2" destOrd="0" parTransId="{435E6F14-7FC2-43E6-B5E9-DDB3FF4E05F8}" sibTransId="{BEE15DB6-428E-47F6-A02A-F9DC2667C35A}"/>
    <dgm:cxn modelId="{D4F1A6B0-D7E1-42C3-834A-D6A46C1F21B4}" type="presOf" srcId="{117AA779-6881-4078-A124-BDFBA1BCF58B}" destId="{FB9D1E84-0250-4ACD-A067-8158F03F690F}" srcOrd="0" destOrd="0" presId="urn:microsoft.com/office/officeart/2018/5/layout/IconCircleLabelList"/>
    <dgm:cxn modelId="{36F190B8-AA08-45D4-999D-20761EEF8CC2}" type="presOf" srcId="{99CB8C95-94C3-4C8D-8A83-A2C404DE8243}" destId="{0EC4889F-8D51-40B6-988E-61AA1E55DB02}" srcOrd="0" destOrd="0" presId="urn:microsoft.com/office/officeart/2018/5/layout/IconCircleLabelList"/>
    <dgm:cxn modelId="{BEAE07EE-3E24-49C9-B0A0-E312BC9ACFE0}" type="presOf" srcId="{E21381B3-7194-4F0E-8215-791891232974}" destId="{13C7DF0D-78A9-4345-8DB4-6553066337A8}" srcOrd="0" destOrd="0" presId="urn:microsoft.com/office/officeart/2018/5/layout/IconCircleLabelList"/>
    <dgm:cxn modelId="{92B4BE3F-86A4-41CE-B682-D50204BE0DA0}" type="presParOf" srcId="{FB9D1E84-0250-4ACD-A067-8158F03F690F}" destId="{ECFC9935-FBF9-4F56-8C51-E079D39E8802}" srcOrd="0" destOrd="0" presId="urn:microsoft.com/office/officeart/2018/5/layout/IconCircleLabelList"/>
    <dgm:cxn modelId="{E58C9BA1-2E0B-465A-AD51-A49398EC08C1}" type="presParOf" srcId="{ECFC9935-FBF9-4F56-8C51-E079D39E8802}" destId="{55BE2474-BDF3-47AC-B531-98D21D0CD5E7}" srcOrd="0" destOrd="0" presId="urn:microsoft.com/office/officeart/2018/5/layout/IconCircleLabelList"/>
    <dgm:cxn modelId="{C4AC40E1-0B2F-4AD5-99C1-CF672AA790D3}" type="presParOf" srcId="{ECFC9935-FBF9-4F56-8C51-E079D39E8802}" destId="{DF4D3F8A-36CF-4611-8D1D-6F916DC5EF10}" srcOrd="1" destOrd="0" presId="urn:microsoft.com/office/officeart/2018/5/layout/IconCircleLabelList"/>
    <dgm:cxn modelId="{F3955D04-EE8B-4D9C-B7EB-65B4AEDE4755}" type="presParOf" srcId="{ECFC9935-FBF9-4F56-8C51-E079D39E8802}" destId="{5193D50A-6CEE-4587-A04F-4E0D630B41C1}" srcOrd="2" destOrd="0" presId="urn:microsoft.com/office/officeart/2018/5/layout/IconCircleLabelList"/>
    <dgm:cxn modelId="{E5F1B33A-DB30-4C78-8BF4-B2D1456C7BB5}" type="presParOf" srcId="{ECFC9935-FBF9-4F56-8C51-E079D39E8802}" destId="{13C7DF0D-78A9-4345-8DB4-6553066337A8}" srcOrd="3" destOrd="0" presId="urn:microsoft.com/office/officeart/2018/5/layout/IconCircleLabelList"/>
    <dgm:cxn modelId="{38815F21-7F91-4A9B-A387-34A4947929F2}" type="presParOf" srcId="{FB9D1E84-0250-4ACD-A067-8158F03F690F}" destId="{9DF86560-8802-43C3-921C-CE3C566DBE07}" srcOrd="1" destOrd="0" presId="urn:microsoft.com/office/officeart/2018/5/layout/IconCircleLabelList"/>
    <dgm:cxn modelId="{59A832E2-A6C5-472D-B682-04D220CFEF46}" type="presParOf" srcId="{FB9D1E84-0250-4ACD-A067-8158F03F690F}" destId="{45E4EF21-9F68-4C07-91F9-DDE8DA9C28CC}" srcOrd="2" destOrd="0" presId="urn:microsoft.com/office/officeart/2018/5/layout/IconCircleLabelList"/>
    <dgm:cxn modelId="{A3C32690-ABA9-4EFB-A09E-15ECFD8D292D}" type="presParOf" srcId="{45E4EF21-9F68-4C07-91F9-DDE8DA9C28CC}" destId="{C95F650D-32A5-41FD-BE8F-851BC4CCE5AE}" srcOrd="0" destOrd="0" presId="urn:microsoft.com/office/officeart/2018/5/layout/IconCircleLabelList"/>
    <dgm:cxn modelId="{961E00EF-2F69-445E-BBF3-E2CE9FBAAE1C}" type="presParOf" srcId="{45E4EF21-9F68-4C07-91F9-DDE8DA9C28CC}" destId="{064B0575-2636-46AA-B37C-E1D1D3CD4BDE}" srcOrd="1" destOrd="0" presId="urn:microsoft.com/office/officeart/2018/5/layout/IconCircleLabelList"/>
    <dgm:cxn modelId="{BC7451B1-56C1-43E9-BEAF-82263CD070E6}" type="presParOf" srcId="{45E4EF21-9F68-4C07-91F9-DDE8DA9C28CC}" destId="{C1F89C72-1F53-47E7-8BC5-F723DDD668A9}" srcOrd="2" destOrd="0" presId="urn:microsoft.com/office/officeart/2018/5/layout/IconCircleLabelList"/>
    <dgm:cxn modelId="{4436D877-7FA1-4364-A787-EB4DFE72C879}" type="presParOf" srcId="{45E4EF21-9F68-4C07-91F9-DDE8DA9C28CC}" destId="{0EC4889F-8D51-40B6-988E-61AA1E55DB02}" srcOrd="3" destOrd="0" presId="urn:microsoft.com/office/officeart/2018/5/layout/IconCircleLabelList"/>
    <dgm:cxn modelId="{0F011C36-7B56-410B-ACFA-32C8FB812ACE}" type="presParOf" srcId="{FB9D1E84-0250-4ACD-A067-8158F03F690F}" destId="{BD2724A6-7B29-437C-A8E5-E0C31224839D}" srcOrd="3" destOrd="0" presId="urn:microsoft.com/office/officeart/2018/5/layout/IconCircleLabelList"/>
    <dgm:cxn modelId="{EF55F1E4-098C-4345-8881-8D950FB106E4}" type="presParOf" srcId="{FB9D1E84-0250-4ACD-A067-8158F03F690F}" destId="{47616833-7774-45A0-96DF-EA4553619BB4}" srcOrd="4" destOrd="0" presId="urn:microsoft.com/office/officeart/2018/5/layout/IconCircleLabelList"/>
    <dgm:cxn modelId="{63119F5A-1F18-41CC-B245-CAC5F7E8B81D}" type="presParOf" srcId="{47616833-7774-45A0-96DF-EA4553619BB4}" destId="{8B72241C-68EF-4A05-968C-E7C7B30DB583}" srcOrd="0" destOrd="0" presId="urn:microsoft.com/office/officeart/2018/5/layout/IconCircleLabelList"/>
    <dgm:cxn modelId="{77A98A16-A3E8-47F4-8C5D-A26114ABB94C}" type="presParOf" srcId="{47616833-7774-45A0-96DF-EA4553619BB4}" destId="{38569065-E2A0-4C92-A89C-28D959359527}" srcOrd="1" destOrd="0" presId="urn:microsoft.com/office/officeart/2018/5/layout/IconCircleLabelList"/>
    <dgm:cxn modelId="{9F04160E-D88B-4DA4-8B43-77C5A98B1DE5}" type="presParOf" srcId="{47616833-7774-45A0-96DF-EA4553619BB4}" destId="{F1BB2E2A-E9E6-4DE8-8041-6814072D7A07}" srcOrd="2" destOrd="0" presId="urn:microsoft.com/office/officeart/2018/5/layout/IconCircleLabelList"/>
    <dgm:cxn modelId="{A38B3F83-1F54-497F-8DB7-F838B0DA3861}" type="presParOf" srcId="{47616833-7774-45A0-96DF-EA4553619BB4}" destId="{3F4E75B6-A4FD-460A-A4CE-48FD5DCF5EC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6751DE2-DBC1-4DCB-B12A-08883EA8512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24468E0-2C07-4CD4-9983-9DE9F05F05CB}">
      <dgm:prSet/>
      <dgm:spPr/>
      <dgm:t>
        <a:bodyPr/>
        <a:lstStyle/>
        <a:p>
          <a:r>
            <a:rPr lang="en-US"/>
            <a:t>Complete Data Table</a:t>
          </a:r>
        </a:p>
      </dgm:t>
    </dgm:pt>
    <dgm:pt modelId="{9CBFBDAC-287E-4C0B-A663-01205C1FF8BD}" type="parTrans" cxnId="{6AD253E9-A928-4389-8955-81A02896F945}">
      <dgm:prSet/>
      <dgm:spPr/>
      <dgm:t>
        <a:bodyPr/>
        <a:lstStyle/>
        <a:p>
          <a:endParaRPr lang="en-US"/>
        </a:p>
      </dgm:t>
    </dgm:pt>
    <dgm:pt modelId="{AD3A2357-23F2-41FF-B3D4-C0C979AF7C35}" type="sibTrans" cxnId="{6AD253E9-A928-4389-8955-81A02896F945}">
      <dgm:prSet/>
      <dgm:spPr/>
      <dgm:t>
        <a:bodyPr/>
        <a:lstStyle/>
        <a:p>
          <a:endParaRPr lang="en-US"/>
        </a:p>
      </dgm:t>
    </dgm:pt>
    <dgm:pt modelId="{E3373B6A-925A-4E35-8E6A-48401238965A}">
      <dgm:prSet/>
      <dgm:spPr/>
      <dgm:t>
        <a:bodyPr/>
        <a:lstStyle/>
        <a:p>
          <a:r>
            <a:rPr lang="en-US" dirty="0"/>
            <a:t>Restraint Class</a:t>
          </a:r>
        </a:p>
      </dgm:t>
    </dgm:pt>
    <dgm:pt modelId="{5197DD70-BE01-4FFA-8FF3-ACCC3F26CF97}" type="parTrans" cxnId="{46C4C444-614B-48F0-A4FA-89A8D5FC577A}">
      <dgm:prSet/>
      <dgm:spPr/>
      <dgm:t>
        <a:bodyPr/>
        <a:lstStyle/>
        <a:p>
          <a:endParaRPr lang="en-US"/>
        </a:p>
      </dgm:t>
    </dgm:pt>
    <dgm:pt modelId="{AEB8426A-9E48-42F9-9374-AFBA3BA3CA4A}" type="sibTrans" cxnId="{46C4C444-614B-48F0-A4FA-89A8D5FC577A}">
      <dgm:prSet/>
      <dgm:spPr/>
      <dgm:t>
        <a:bodyPr/>
        <a:lstStyle/>
        <a:p>
          <a:endParaRPr lang="en-US"/>
        </a:p>
      </dgm:t>
    </dgm:pt>
    <dgm:pt modelId="{0B76FCE9-A0D2-4E51-9038-31E26D191BC1}">
      <dgm:prSet/>
      <dgm:spPr/>
      <dgm:t>
        <a:bodyPr/>
        <a:lstStyle/>
        <a:p>
          <a:r>
            <a:rPr lang="en-US"/>
            <a:t>Resultant Deflection</a:t>
          </a:r>
        </a:p>
      </dgm:t>
    </dgm:pt>
    <dgm:pt modelId="{429F1040-9809-49CC-8470-72924A7ADBBB}" type="parTrans" cxnId="{CA6AF3CB-8E78-482A-8101-7DA587F217D4}">
      <dgm:prSet/>
      <dgm:spPr/>
      <dgm:t>
        <a:bodyPr/>
        <a:lstStyle/>
        <a:p>
          <a:endParaRPr lang="en-US"/>
        </a:p>
      </dgm:t>
    </dgm:pt>
    <dgm:pt modelId="{3399843F-88D8-4F01-AAF4-9F628256098D}" type="sibTrans" cxnId="{CA6AF3CB-8E78-482A-8101-7DA587F217D4}">
      <dgm:prSet/>
      <dgm:spPr/>
      <dgm:t>
        <a:bodyPr/>
        <a:lstStyle/>
        <a:p>
          <a:endParaRPr lang="en-US"/>
        </a:p>
      </dgm:t>
    </dgm:pt>
    <dgm:pt modelId="{1D578BB3-1FA9-4506-AEDA-8BA98B979A67}">
      <dgm:prSet/>
      <dgm:spPr/>
      <dgm:t>
        <a:bodyPr/>
        <a:lstStyle/>
        <a:p>
          <a:r>
            <a:rPr lang="en-US" dirty="0"/>
            <a:t>Normal and Lateral Deflection</a:t>
          </a:r>
        </a:p>
      </dgm:t>
    </dgm:pt>
    <dgm:pt modelId="{CAE7218C-428D-4445-AE37-E0C86B7BB651}" type="parTrans" cxnId="{59A18F46-354B-4BB7-863E-FFD1837D8401}">
      <dgm:prSet/>
      <dgm:spPr/>
      <dgm:t>
        <a:bodyPr/>
        <a:lstStyle/>
        <a:p>
          <a:endParaRPr lang="en-US"/>
        </a:p>
      </dgm:t>
    </dgm:pt>
    <dgm:pt modelId="{2E90B5E4-5CAA-449F-96D6-3954325D7783}" type="sibTrans" cxnId="{59A18F46-354B-4BB7-863E-FFD1837D8401}">
      <dgm:prSet/>
      <dgm:spPr/>
      <dgm:t>
        <a:bodyPr/>
        <a:lstStyle/>
        <a:p>
          <a:endParaRPr lang="en-US"/>
        </a:p>
      </dgm:t>
    </dgm:pt>
    <dgm:pt modelId="{E04097E0-06A7-4928-90AE-7415231404F4}">
      <dgm:prSet/>
      <dgm:spPr/>
      <dgm:t>
        <a:bodyPr/>
        <a:lstStyle/>
        <a:p>
          <a:r>
            <a:rPr lang="en-US"/>
            <a:t>Velocity</a:t>
          </a:r>
        </a:p>
      </dgm:t>
    </dgm:pt>
    <dgm:pt modelId="{2AE1B459-3140-49E0-94D2-CAD4D18D4C6A}" type="parTrans" cxnId="{03AED900-76B5-4B34-A5EB-73DA00DE3EEC}">
      <dgm:prSet/>
      <dgm:spPr/>
      <dgm:t>
        <a:bodyPr/>
        <a:lstStyle/>
        <a:p>
          <a:endParaRPr lang="en-US"/>
        </a:p>
      </dgm:t>
    </dgm:pt>
    <dgm:pt modelId="{C91C6BE4-015E-40AA-A67D-B5EE7D781BE4}" type="sibTrans" cxnId="{03AED900-76B5-4B34-A5EB-73DA00DE3EEC}">
      <dgm:prSet/>
      <dgm:spPr/>
      <dgm:t>
        <a:bodyPr/>
        <a:lstStyle/>
        <a:p>
          <a:endParaRPr lang="en-US"/>
        </a:p>
      </dgm:t>
    </dgm:pt>
    <dgm:pt modelId="{59EB4BE4-3246-4470-8DCF-D4432E02BF15}">
      <dgm:prSet/>
      <dgm:spPr/>
      <dgm:t>
        <a:bodyPr/>
        <a:lstStyle/>
        <a:p>
          <a:r>
            <a:rPr lang="en-US"/>
            <a:t>Lap Bar Force</a:t>
          </a:r>
        </a:p>
      </dgm:t>
    </dgm:pt>
    <dgm:pt modelId="{46FE234B-B6DD-424F-80F8-3C565F3859C3}" type="parTrans" cxnId="{5E2A3CCB-6D6E-4301-A844-F41127BAB1AF}">
      <dgm:prSet/>
      <dgm:spPr/>
      <dgm:t>
        <a:bodyPr/>
        <a:lstStyle/>
        <a:p>
          <a:endParaRPr lang="en-US"/>
        </a:p>
      </dgm:t>
    </dgm:pt>
    <dgm:pt modelId="{2774C737-DD6D-4F69-A5A6-78AA26D5ADFB}" type="sibTrans" cxnId="{5E2A3CCB-6D6E-4301-A844-F41127BAB1AF}">
      <dgm:prSet/>
      <dgm:spPr/>
      <dgm:t>
        <a:bodyPr/>
        <a:lstStyle/>
        <a:p>
          <a:endParaRPr lang="en-US"/>
        </a:p>
      </dgm:t>
    </dgm:pt>
    <dgm:pt modelId="{2B8DD8F7-D28B-4614-AAC8-C5ADC2F16EB9}" type="pres">
      <dgm:prSet presAssocID="{F6751DE2-DBC1-4DCB-B12A-08883EA85127}" presName="linear" presStyleCnt="0">
        <dgm:presLayoutVars>
          <dgm:animLvl val="lvl"/>
          <dgm:resizeHandles val="exact"/>
        </dgm:presLayoutVars>
      </dgm:prSet>
      <dgm:spPr/>
    </dgm:pt>
    <dgm:pt modelId="{DD32CF4F-0B49-42E9-93A3-2E5B71AF6765}" type="pres">
      <dgm:prSet presAssocID="{524468E0-2C07-4CD4-9983-9DE9F05F05CB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7341952-B514-4FEB-B401-8D4F6544F707}" type="pres">
      <dgm:prSet presAssocID="{AD3A2357-23F2-41FF-B3D4-C0C979AF7C35}" presName="spacer" presStyleCnt="0"/>
      <dgm:spPr/>
    </dgm:pt>
    <dgm:pt modelId="{367B3AB1-19E0-441B-9C5C-4D24AB2B6B70}" type="pres">
      <dgm:prSet presAssocID="{E3373B6A-925A-4E35-8E6A-48401238965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58DC087-F14B-40C4-860D-93D641F76BEE}" type="pres">
      <dgm:prSet presAssocID="{AEB8426A-9E48-42F9-9374-AFBA3BA3CA4A}" presName="spacer" presStyleCnt="0"/>
      <dgm:spPr/>
    </dgm:pt>
    <dgm:pt modelId="{6D5FDEE0-5BDF-4EBD-9C63-7D06E13611A0}" type="pres">
      <dgm:prSet presAssocID="{0B76FCE9-A0D2-4E51-9038-31E26D191BC1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DF8AB63-80A9-4BC6-9D0A-303377DA5F5C}" type="pres">
      <dgm:prSet presAssocID="{3399843F-88D8-4F01-AAF4-9F628256098D}" presName="spacer" presStyleCnt="0"/>
      <dgm:spPr/>
    </dgm:pt>
    <dgm:pt modelId="{1F7DB26B-96E4-4969-B430-A48ACA42F16C}" type="pres">
      <dgm:prSet presAssocID="{1D578BB3-1FA9-4506-AEDA-8BA98B979A6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84763B75-7CE8-4A4B-96E7-B16ED22580AF}" type="pres">
      <dgm:prSet presAssocID="{2E90B5E4-5CAA-449F-96D6-3954325D7783}" presName="spacer" presStyleCnt="0"/>
      <dgm:spPr/>
    </dgm:pt>
    <dgm:pt modelId="{CBC040E6-E8C6-4D73-A6E8-C05D47816DD2}" type="pres">
      <dgm:prSet presAssocID="{E04097E0-06A7-4928-90AE-7415231404F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5A6F473C-F378-4779-8267-4FB0A2EB2653}" type="pres">
      <dgm:prSet presAssocID="{C91C6BE4-015E-40AA-A67D-B5EE7D781BE4}" presName="spacer" presStyleCnt="0"/>
      <dgm:spPr/>
    </dgm:pt>
    <dgm:pt modelId="{6DF145E4-7A25-4A19-9BF5-0B136092B840}" type="pres">
      <dgm:prSet presAssocID="{59EB4BE4-3246-4470-8DCF-D4432E02BF1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3AED900-76B5-4B34-A5EB-73DA00DE3EEC}" srcId="{F6751DE2-DBC1-4DCB-B12A-08883EA85127}" destId="{E04097E0-06A7-4928-90AE-7415231404F4}" srcOrd="4" destOrd="0" parTransId="{2AE1B459-3140-49E0-94D2-CAD4D18D4C6A}" sibTransId="{C91C6BE4-015E-40AA-A67D-B5EE7D781BE4}"/>
    <dgm:cxn modelId="{3282D21F-6477-485A-8990-051F11B3741F}" type="presOf" srcId="{E3373B6A-925A-4E35-8E6A-48401238965A}" destId="{367B3AB1-19E0-441B-9C5C-4D24AB2B6B70}" srcOrd="0" destOrd="0" presId="urn:microsoft.com/office/officeart/2005/8/layout/vList2"/>
    <dgm:cxn modelId="{46C4C444-614B-48F0-A4FA-89A8D5FC577A}" srcId="{F6751DE2-DBC1-4DCB-B12A-08883EA85127}" destId="{E3373B6A-925A-4E35-8E6A-48401238965A}" srcOrd="1" destOrd="0" parTransId="{5197DD70-BE01-4FFA-8FF3-ACCC3F26CF97}" sibTransId="{AEB8426A-9E48-42F9-9374-AFBA3BA3CA4A}"/>
    <dgm:cxn modelId="{59A18F46-354B-4BB7-863E-FFD1837D8401}" srcId="{F6751DE2-DBC1-4DCB-B12A-08883EA85127}" destId="{1D578BB3-1FA9-4506-AEDA-8BA98B979A67}" srcOrd="3" destOrd="0" parTransId="{CAE7218C-428D-4445-AE37-E0C86B7BB651}" sibTransId="{2E90B5E4-5CAA-449F-96D6-3954325D7783}"/>
    <dgm:cxn modelId="{AF1EBD4F-D245-4A86-93AE-D330E80DA10C}" type="presOf" srcId="{524468E0-2C07-4CD4-9983-9DE9F05F05CB}" destId="{DD32CF4F-0B49-42E9-93A3-2E5B71AF6765}" srcOrd="0" destOrd="0" presId="urn:microsoft.com/office/officeart/2005/8/layout/vList2"/>
    <dgm:cxn modelId="{08949652-DDA7-41E6-BE83-8080669A9650}" type="presOf" srcId="{E04097E0-06A7-4928-90AE-7415231404F4}" destId="{CBC040E6-E8C6-4D73-A6E8-C05D47816DD2}" srcOrd="0" destOrd="0" presId="urn:microsoft.com/office/officeart/2005/8/layout/vList2"/>
    <dgm:cxn modelId="{A95EEEC3-7399-4F33-A964-1DD3ACBE588A}" type="presOf" srcId="{59EB4BE4-3246-4470-8DCF-D4432E02BF15}" destId="{6DF145E4-7A25-4A19-9BF5-0B136092B840}" srcOrd="0" destOrd="0" presId="urn:microsoft.com/office/officeart/2005/8/layout/vList2"/>
    <dgm:cxn modelId="{5E2A3CCB-6D6E-4301-A844-F41127BAB1AF}" srcId="{F6751DE2-DBC1-4DCB-B12A-08883EA85127}" destId="{59EB4BE4-3246-4470-8DCF-D4432E02BF15}" srcOrd="5" destOrd="0" parTransId="{46FE234B-B6DD-424F-80F8-3C565F3859C3}" sibTransId="{2774C737-DD6D-4F69-A5A6-78AA26D5ADFB}"/>
    <dgm:cxn modelId="{CA6AF3CB-8E78-482A-8101-7DA587F217D4}" srcId="{F6751DE2-DBC1-4DCB-B12A-08883EA85127}" destId="{0B76FCE9-A0D2-4E51-9038-31E26D191BC1}" srcOrd="2" destOrd="0" parTransId="{429F1040-9809-49CC-8470-72924A7ADBBB}" sibTransId="{3399843F-88D8-4F01-AAF4-9F628256098D}"/>
    <dgm:cxn modelId="{70672FE0-ADAE-456F-9816-C67522774496}" type="presOf" srcId="{1D578BB3-1FA9-4506-AEDA-8BA98B979A67}" destId="{1F7DB26B-96E4-4969-B430-A48ACA42F16C}" srcOrd="0" destOrd="0" presId="urn:microsoft.com/office/officeart/2005/8/layout/vList2"/>
    <dgm:cxn modelId="{6AD253E9-A928-4389-8955-81A02896F945}" srcId="{F6751DE2-DBC1-4DCB-B12A-08883EA85127}" destId="{524468E0-2C07-4CD4-9983-9DE9F05F05CB}" srcOrd="0" destOrd="0" parTransId="{9CBFBDAC-287E-4C0B-A663-01205C1FF8BD}" sibTransId="{AD3A2357-23F2-41FF-B3D4-C0C979AF7C35}"/>
    <dgm:cxn modelId="{07D3E5EE-B06D-4850-8608-F0B0B02AE444}" type="presOf" srcId="{0B76FCE9-A0D2-4E51-9038-31E26D191BC1}" destId="{6D5FDEE0-5BDF-4EBD-9C63-7D06E13611A0}" srcOrd="0" destOrd="0" presId="urn:microsoft.com/office/officeart/2005/8/layout/vList2"/>
    <dgm:cxn modelId="{62A982FD-4E5B-4EEE-A839-93E005343C70}" type="presOf" srcId="{F6751DE2-DBC1-4DCB-B12A-08883EA85127}" destId="{2B8DD8F7-D28B-4614-AAC8-C5ADC2F16EB9}" srcOrd="0" destOrd="0" presId="urn:microsoft.com/office/officeart/2005/8/layout/vList2"/>
    <dgm:cxn modelId="{24629EA4-86CC-4530-BC30-6281B4AB2725}" type="presParOf" srcId="{2B8DD8F7-D28B-4614-AAC8-C5ADC2F16EB9}" destId="{DD32CF4F-0B49-42E9-93A3-2E5B71AF6765}" srcOrd="0" destOrd="0" presId="urn:microsoft.com/office/officeart/2005/8/layout/vList2"/>
    <dgm:cxn modelId="{95ECB920-3213-4FCA-B76D-C92F17576443}" type="presParOf" srcId="{2B8DD8F7-D28B-4614-AAC8-C5ADC2F16EB9}" destId="{C7341952-B514-4FEB-B401-8D4F6544F707}" srcOrd="1" destOrd="0" presId="urn:microsoft.com/office/officeart/2005/8/layout/vList2"/>
    <dgm:cxn modelId="{E50D5D2D-EA8B-430A-8686-EB6F434661EF}" type="presParOf" srcId="{2B8DD8F7-D28B-4614-AAC8-C5ADC2F16EB9}" destId="{367B3AB1-19E0-441B-9C5C-4D24AB2B6B70}" srcOrd="2" destOrd="0" presId="urn:microsoft.com/office/officeart/2005/8/layout/vList2"/>
    <dgm:cxn modelId="{637145C4-2DE7-4162-B02B-B34A52303563}" type="presParOf" srcId="{2B8DD8F7-D28B-4614-AAC8-C5ADC2F16EB9}" destId="{F58DC087-F14B-40C4-860D-93D641F76BEE}" srcOrd="3" destOrd="0" presId="urn:microsoft.com/office/officeart/2005/8/layout/vList2"/>
    <dgm:cxn modelId="{4FBDD1B6-346D-41C1-B281-F8AA5ACBBFC2}" type="presParOf" srcId="{2B8DD8F7-D28B-4614-AAC8-C5ADC2F16EB9}" destId="{6D5FDEE0-5BDF-4EBD-9C63-7D06E13611A0}" srcOrd="4" destOrd="0" presId="urn:microsoft.com/office/officeart/2005/8/layout/vList2"/>
    <dgm:cxn modelId="{97C300AE-E136-42CC-AFD3-463230327436}" type="presParOf" srcId="{2B8DD8F7-D28B-4614-AAC8-C5ADC2F16EB9}" destId="{6DF8AB63-80A9-4BC6-9D0A-303377DA5F5C}" srcOrd="5" destOrd="0" presId="urn:microsoft.com/office/officeart/2005/8/layout/vList2"/>
    <dgm:cxn modelId="{9E94BD27-5BC1-47C1-AA95-4844A5DD2C03}" type="presParOf" srcId="{2B8DD8F7-D28B-4614-AAC8-C5ADC2F16EB9}" destId="{1F7DB26B-96E4-4969-B430-A48ACA42F16C}" srcOrd="6" destOrd="0" presId="urn:microsoft.com/office/officeart/2005/8/layout/vList2"/>
    <dgm:cxn modelId="{B200C1F2-FE2A-4985-867C-C28611BC2BDF}" type="presParOf" srcId="{2B8DD8F7-D28B-4614-AAC8-C5ADC2F16EB9}" destId="{84763B75-7CE8-4A4B-96E7-B16ED22580AF}" srcOrd="7" destOrd="0" presId="urn:microsoft.com/office/officeart/2005/8/layout/vList2"/>
    <dgm:cxn modelId="{5AEAC83C-582B-4A8B-AA84-11A232AA9022}" type="presParOf" srcId="{2B8DD8F7-D28B-4614-AAC8-C5ADC2F16EB9}" destId="{CBC040E6-E8C6-4D73-A6E8-C05D47816DD2}" srcOrd="8" destOrd="0" presId="urn:microsoft.com/office/officeart/2005/8/layout/vList2"/>
    <dgm:cxn modelId="{624EE49D-147A-4487-8B19-3B034323639D}" type="presParOf" srcId="{2B8DD8F7-D28B-4614-AAC8-C5ADC2F16EB9}" destId="{5A6F473C-F378-4779-8267-4FB0A2EB2653}" srcOrd="9" destOrd="0" presId="urn:microsoft.com/office/officeart/2005/8/layout/vList2"/>
    <dgm:cxn modelId="{846A70CB-7600-4224-8031-CBAAC63D887F}" type="presParOf" srcId="{2B8DD8F7-D28B-4614-AAC8-C5ADC2F16EB9}" destId="{6DF145E4-7A25-4A19-9BF5-0B136092B84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7D1C823-D816-40B3-88ED-6C2772870838}" type="doc">
      <dgm:prSet loTypeId="urn:microsoft.com/office/officeart/2008/layout/LinedLis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63D34F5-E07E-4FF8-9C53-571E9A3C6564}">
      <dgm:prSet/>
      <dgm:spPr/>
      <dgm:t>
        <a:bodyPr/>
        <a:lstStyle/>
        <a:p>
          <a:pPr rtl="0">
            <a:buNone/>
          </a:pPr>
          <a:r>
            <a:rPr lang="en-US">
              <a:solidFill>
                <a:schemeClr val="bg1"/>
              </a:solidFill>
              <a:latin typeface="Corbel" panose="020B0503020204020204"/>
            </a:rPr>
            <a:t>Standard Operating Procedure</a:t>
          </a:r>
          <a:endParaRPr lang="en-US">
            <a:solidFill>
              <a:schemeClr val="bg1"/>
            </a:solidFill>
          </a:endParaRPr>
        </a:p>
      </dgm:t>
    </dgm:pt>
    <dgm:pt modelId="{0431C509-5485-4813-BAAB-52C86FDA2211}" type="parTrans" cxnId="{AD0EBC3A-C528-4BAA-9AED-27BE3279E68D}">
      <dgm:prSet/>
      <dgm:spPr/>
      <dgm:t>
        <a:bodyPr/>
        <a:lstStyle/>
        <a:p>
          <a:endParaRPr lang="en-US"/>
        </a:p>
      </dgm:t>
    </dgm:pt>
    <dgm:pt modelId="{9BD4AF0C-223C-43D1-89B3-12A24C0206DD}" type="sibTrans" cxnId="{AD0EBC3A-C528-4BAA-9AED-27BE3279E68D}">
      <dgm:prSet/>
      <dgm:spPr/>
      <dgm:t>
        <a:bodyPr/>
        <a:lstStyle/>
        <a:p>
          <a:endParaRPr lang="en-US"/>
        </a:p>
      </dgm:t>
    </dgm:pt>
    <dgm:pt modelId="{9C0BE8E2-DF16-4962-9005-63B3266B48EE}">
      <dgm:prSet/>
      <dgm:spPr/>
      <dgm:t>
        <a:bodyPr/>
        <a:lstStyle/>
        <a:p>
          <a:pPr rtl="0">
            <a:buNone/>
          </a:pPr>
          <a:r>
            <a:rPr lang="en-US" b="1">
              <a:solidFill>
                <a:schemeClr val="bg1"/>
              </a:solidFill>
              <a:latin typeface="Corbel" panose="020B0503020204020204"/>
            </a:rPr>
            <a:t>Sensor Failure Procedure</a:t>
          </a:r>
          <a:endParaRPr lang="en-US" b="1">
            <a:solidFill>
              <a:schemeClr val="bg1"/>
            </a:solidFill>
          </a:endParaRPr>
        </a:p>
      </dgm:t>
    </dgm:pt>
    <dgm:pt modelId="{1D659F6F-5E97-45BC-8A74-C21125413F9D}" type="parTrans" cxnId="{52ACDF4A-3BEB-45AC-A9CD-53BA112E9700}">
      <dgm:prSet/>
      <dgm:spPr/>
      <dgm:t>
        <a:bodyPr/>
        <a:lstStyle/>
        <a:p>
          <a:endParaRPr lang="en-US"/>
        </a:p>
      </dgm:t>
    </dgm:pt>
    <dgm:pt modelId="{47328F6E-9F86-4AF5-AAEE-7B76DB9C3199}" type="sibTrans" cxnId="{52ACDF4A-3BEB-45AC-A9CD-53BA112E9700}">
      <dgm:prSet/>
      <dgm:spPr/>
      <dgm:t>
        <a:bodyPr/>
        <a:lstStyle/>
        <a:p>
          <a:endParaRPr lang="en-US"/>
        </a:p>
      </dgm:t>
    </dgm:pt>
    <dgm:pt modelId="{BD134A1E-C3D9-4F79-BCFF-D38D7C7C44FE}">
      <dgm:prSet/>
      <dgm:spPr/>
      <dgm:t>
        <a:bodyPr/>
        <a:lstStyle/>
        <a:p>
          <a:pPr rtl="0">
            <a:buNone/>
          </a:pPr>
          <a:r>
            <a:rPr lang="en-US" b="1">
              <a:solidFill>
                <a:schemeClr val="bg1"/>
              </a:solidFill>
              <a:latin typeface="Corbel" panose="020B0503020204020204"/>
            </a:rPr>
            <a:t>Automated Forced Stop Procedure</a:t>
          </a:r>
          <a:endParaRPr lang="en-US" b="1">
            <a:solidFill>
              <a:schemeClr val="bg1"/>
            </a:solidFill>
          </a:endParaRPr>
        </a:p>
      </dgm:t>
    </dgm:pt>
    <dgm:pt modelId="{4B6CED0A-4B90-44E8-95F3-E2B5F6B132E8}" type="parTrans" cxnId="{E11690FC-F95F-4766-8996-C70FF12A3E3D}">
      <dgm:prSet/>
      <dgm:spPr/>
      <dgm:t>
        <a:bodyPr/>
        <a:lstStyle/>
        <a:p>
          <a:endParaRPr lang="en-US"/>
        </a:p>
      </dgm:t>
    </dgm:pt>
    <dgm:pt modelId="{D17BF717-F008-40A7-8BA3-A586F332166E}" type="sibTrans" cxnId="{E11690FC-F95F-4766-8996-C70FF12A3E3D}">
      <dgm:prSet/>
      <dgm:spPr/>
      <dgm:t>
        <a:bodyPr/>
        <a:lstStyle/>
        <a:p>
          <a:endParaRPr lang="en-US"/>
        </a:p>
      </dgm:t>
    </dgm:pt>
    <dgm:pt modelId="{C4FB1819-95FF-4225-8179-99627A345A29}" type="pres">
      <dgm:prSet presAssocID="{07D1C823-D816-40B3-88ED-6C2772870838}" presName="vert0" presStyleCnt="0">
        <dgm:presLayoutVars>
          <dgm:dir/>
          <dgm:animOne val="branch"/>
          <dgm:animLvl val="lvl"/>
        </dgm:presLayoutVars>
      </dgm:prSet>
      <dgm:spPr/>
    </dgm:pt>
    <dgm:pt modelId="{002426F4-43A9-49E8-9DD7-BB7487C30AF0}" type="pres">
      <dgm:prSet presAssocID="{363D34F5-E07E-4FF8-9C53-571E9A3C6564}" presName="thickLine" presStyleLbl="alignNode1" presStyleIdx="0" presStyleCnt="3"/>
      <dgm:spPr/>
    </dgm:pt>
    <dgm:pt modelId="{FF6797FA-F674-4499-8D55-5D66149127F0}" type="pres">
      <dgm:prSet presAssocID="{363D34F5-E07E-4FF8-9C53-571E9A3C6564}" presName="horz1" presStyleCnt="0"/>
      <dgm:spPr/>
    </dgm:pt>
    <dgm:pt modelId="{BB8AE0BC-4448-4698-97D6-286CAF1EC921}" type="pres">
      <dgm:prSet presAssocID="{363D34F5-E07E-4FF8-9C53-571E9A3C6564}" presName="tx1" presStyleLbl="revTx" presStyleIdx="0" presStyleCnt="3"/>
      <dgm:spPr/>
    </dgm:pt>
    <dgm:pt modelId="{CD601A0E-7B65-4547-BC96-F37FF2228AA0}" type="pres">
      <dgm:prSet presAssocID="{363D34F5-E07E-4FF8-9C53-571E9A3C6564}" presName="vert1" presStyleCnt="0"/>
      <dgm:spPr/>
    </dgm:pt>
    <dgm:pt modelId="{95002B74-AB38-4603-88B4-E85A87EE093D}" type="pres">
      <dgm:prSet presAssocID="{BD134A1E-C3D9-4F79-BCFF-D38D7C7C44FE}" presName="thickLine" presStyleLbl="alignNode1" presStyleIdx="1" presStyleCnt="3"/>
      <dgm:spPr/>
    </dgm:pt>
    <dgm:pt modelId="{0D33F232-751C-429B-ABFF-5CFFA985FEC4}" type="pres">
      <dgm:prSet presAssocID="{BD134A1E-C3D9-4F79-BCFF-D38D7C7C44FE}" presName="horz1" presStyleCnt="0"/>
      <dgm:spPr/>
    </dgm:pt>
    <dgm:pt modelId="{4F98665C-B962-4802-9FB9-4B181EF9FF85}" type="pres">
      <dgm:prSet presAssocID="{BD134A1E-C3D9-4F79-BCFF-D38D7C7C44FE}" presName="tx1" presStyleLbl="revTx" presStyleIdx="1" presStyleCnt="3"/>
      <dgm:spPr/>
    </dgm:pt>
    <dgm:pt modelId="{FBE2C0AB-2423-4533-B8DA-9D11E76A73A6}" type="pres">
      <dgm:prSet presAssocID="{BD134A1E-C3D9-4F79-BCFF-D38D7C7C44FE}" presName="vert1" presStyleCnt="0"/>
      <dgm:spPr/>
    </dgm:pt>
    <dgm:pt modelId="{EE444846-F740-45BC-87A6-3A313243ACAF}" type="pres">
      <dgm:prSet presAssocID="{9C0BE8E2-DF16-4962-9005-63B3266B48EE}" presName="thickLine" presStyleLbl="alignNode1" presStyleIdx="2" presStyleCnt="3"/>
      <dgm:spPr/>
    </dgm:pt>
    <dgm:pt modelId="{DFD4C0FA-94EC-4041-8318-29BE20EC2C5C}" type="pres">
      <dgm:prSet presAssocID="{9C0BE8E2-DF16-4962-9005-63B3266B48EE}" presName="horz1" presStyleCnt="0"/>
      <dgm:spPr/>
    </dgm:pt>
    <dgm:pt modelId="{678A6312-E3A9-47B3-A29D-6B8DBC7321A7}" type="pres">
      <dgm:prSet presAssocID="{9C0BE8E2-DF16-4962-9005-63B3266B48EE}" presName="tx1" presStyleLbl="revTx" presStyleIdx="2" presStyleCnt="3"/>
      <dgm:spPr/>
    </dgm:pt>
    <dgm:pt modelId="{E5BFD268-33BD-4418-9A10-A57F299C3CB3}" type="pres">
      <dgm:prSet presAssocID="{9C0BE8E2-DF16-4962-9005-63B3266B48EE}" presName="vert1" presStyleCnt="0"/>
      <dgm:spPr/>
    </dgm:pt>
  </dgm:ptLst>
  <dgm:cxnLst>
    <dgm:cxn modelId="{A05AF302-C12D-4ED8-81E6-CF50E660363D}" type="presOf" srcId="{BD134A1E-C3D9-4F79-BCFF-D38D7C7C44FE}" destId="{4F98665C-B962-4802-9FB9-4B181EF9FF85}" srcOrd="0" destOrd="0" presId="urn:microsoft.com/office/officeart/2008/layout/LinedList"/>
    <dgm:cxn modelId="{6E330518-A0F0-4B70-A146-7D00FEA5CFD5}" type="presOf" srcId="{07D1C823-D816-40B3-88ED-6C2772870838}" destId="{C4FB1819-95FF-4225-8179-99627A345A29}" srcOrd="0" destOrd="0" presId="urn:microsoft.com/office/officeart/2008/layout/LinedList"/>
    <dgm:cxn modelId="{AD0EBC3A-C528-4BAA-9AED-27BE3279E68D}" srcId="{07D1C823-D816-40B3-88ED-6C2772870838}" destId="{363D34F5-E07E-4FF8-9C53-571E9A3C6564}" srcOrd="0" destOrd="0" parTransId="{0431C509-5485-4813-BAAB-52C86FDA2211}" sibTransId="{9BD4AF0C-223C-43D1-89B3-12A24C0206DD}"/>
    <dgm:cxn modelId="{52ACDF4A-3BEB-45AC-A9CD-53BA112E9700}" srcId="{07D1C823-D816-40B3-88ED-6C2772870838}" destId="{9C0BE8E2-DF16-4962-9005-63B3266B48EE}" srcOrd="2" destOrd="0" parTransId="{1D659F6F-5E97-45BC-8A74-C21125413F9D}" sibTransId="{47328F6E-9F86-4AF5-AAEE-7B76DB9C3199}"/>
    <dgm:cxn modelId="{A77E9484-A908-46A8-B24F-71AB1399F32D}" type="presOf" srcId="{9C0BE8E2-DF16-4962-9005-63B3266B48EE}" destId="{678A6312-E3A9-47B3-A29D-6B8DBC7321A7}" srcOrd="0" destOrd="0" presId="urn:microsoft.com/office/officeart/2008/layout/LinedList"/>
    <dgm:cxn modelId="{10148E8F-BF08-4D82-8596-DB5FC2DEB446}" type="presOf" srcId="{363D34F5-E07E-4FF8-9C53-571E9A3C6564}" destId="{BB8AE0BC-4448-4698-97D6-286CAF1EC921}" srcOrd="0" destOrd="0" presId="urn:microsoft.com/office/officeart/2008/layout/LinedList"/>
    <dgm:cxn modelId="{E11690FC-F95F-4766-8996-C70FF12A3E3D}" srcId="{07D1C823-D816-40B3-88ED-6C2772870838}" destId="{BD134A1E-C3D9-4F79-BCFF-D38D7C7C44FE}" srcOrd="1" destOrd="0" parTransId="{4B6CED0A-4B90-44E8-95F3-E2B5F6B132E8}" sibTransId="{D17BF717-F008-40A7-8BA3-A586F332166E}"/>
    <dgm:cxn modelId="{D124CF5E-E290-4ECE-A7AD-CDC6B7B99CD2}" type="presParOf" srcId="{C4FB1819-95FF-4225-8179-99627A345A29}" destId="{002426F4-43A9-49E8-9DD7-BB7487C30AF0}" srcOrd="0" destOrd="0" presId="urn:microsoft.com/office/officeart/2008/layout/LinedList"/>
    <dgm:cxn modelId="{A27AC94C-01DB-4BCC-8DEA-8594EBDFFA78}" type="presParOf" srcId="{C4FB1819-95FF-4225-8179-99627A345A29}" destId="{FF6797FA-F674-4499-8D55-5D66149127F0}" srcOrd="1" destOrd="0" presId="urn:microsoft.com/office/officeart/2008/layout/LinedList"/>
    <dgm:cxn modelId="{15E7464B-1D9A-4567-AF00-3E18E54CCE5A}" type="presParOf" srcId="{FF6797FA-F674-4499-8D55-5D66149127F0}" destId="{BB8AE0BC-4448-4698-97D6-286CAF1EC921}" srcOrd="0" destOrd="0" presId="urn:microsoft.com/office/officeart/2008/layout/LinedList"/>
    <dgm:cxn modelId="{10871C8A-66EC-475C-B751-8742B478FA4A}" type="presParOf" srcId="{FF6797FA-F674-4499-8D55-5D66149127F0}" destId="{CD601A0E-7B65-4547-BC96-F37FF2228AA0}" srcOrd="1" destOrd="0" presId="urn:microsoft.com/office/officeart/2008/layout/LinedList"/>
    <dgm:cxn modelId="{FE9EA214-47CE-49E0-BE00-E56FCA298F3F}" type="presParOf" srcId="{C4FB1819-95FF-4225-8179-99627A345A29}" destId="{95002B74-AB38-4603-88B4-E85A87EE093D}" srcOrd="2" destOrd="0" presId="urn:microsoft.com/office/officeart/2008/layout/LinedList"/>
    <dgm:cxn modelId="{A7F0997A-3A04-487F-9466-2F683A238E2C}" type="presParOf" srcId="{C4FB1819-95FF-4225-8179-99627A345A29}" destId="{0D33F232-751C-429B-ABFF-5CFFA985FEC4}" srcOrd="3" destOrd="0" presId="urn:microsoft.com/office/officeart/2008/layout/LinedList"/>
    <dgm:cxn modelId="{EEBA5A62-660A-4E2C-B6FD-11C8F74C43D1}" type="presParOf" srcId="{0D33F232-751C-429B-ABFF-5CFFA985FEC4}" destId="{4F98665C-B962-4802-9FB9-4B181EF9FF85}" srcOrd="0" destOrd="0" presId="urn:microsoft.com/office/officeart/2008/layout/LinedList"/>
    <dgm:cxn modelId="{3C14A7F6-16A3-4CC4-84C1-66F26E529B28}" type="presParOf" srcId="{0D33F232-751C-429B-ABFF-5CFFA985FEC4}" destId="{FBE2C0AB-2423-4533-B8DA-9D11E76A73A6}" srcOrd="1" destOrd="0" presId="urn:microsoft.com/office/officeart/2008/layout/LinedList"/>
    <dgm:cxn modelId="{6CCCBEDE-C66E-477D-9C90-F3EF43E539CB}" type="presParOf" srcId="{C4FB1819-95FF-4225-8179-99627A345A29}" destId="{EE444846-F740-45BC-87A6-3A313243ACAF}" srcOrd="4" destOrd="0" presId="urn:microsoft.com/office/officeart/2008/layout/LinedList"/>
    <dgm:cxn modelId="{5F7DA1CF-6BDF-4CA5-9068-D318893B5BD4}" type="presParOf" srcId="{C4FB1819-95FF-4225-8179-99627A345A29}" destId="{DFD4C0FA-94EC-4041-8318-29BE20EC2C5C}" srcOrd="5" destOrd="0" presId="urn:microsoft.com/office/officeart/2008/layout/LinedList"/>
    <dgm:cxn modelId="{A502AF1F-4122-4556-9045-ADCC02CD6924}" type="presParOf" srcId="{DFD4C0FA-94EC-4041-8318-29BE20EC2C5C}" destId="{678A6312-E3A9-47B3-A29D-6B8DBC7321A7}" srcOrd="0" destOrd="0" presId="urn:microsoft.com/office/officeart/2008/layout/LinedList"/>
    <dgm:cxn modelId="{12F6C226-E273-4143-AA0F-5BD8D16FC898}" type="presParOf" srcId="{DFD4C0FA-94EC-4041-8318-29BE20EC2C5C}" destId="{E5BFD268-33BD-4418-9A10-A57F299C3CB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7D1C823-D816-40B3-88ED-6C2772870838}" type="doc">
      <dgm:prSet loTypeId="urn:microsoft.com/office/officeart/2008/layout/LinedLis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63D34F5-E07E-4FF8-9C53-571E9A3C6564}">
      <dgm:prSet/>
      <dgm:spPr/>
      <dgm:t>
        <a:bodyPr/>
        <a:lstStyle/>
        <a:p>
          <a:pPr>
            <a:buNone/>
          </a:pPr>
          <a:r>
            <a:rPr lang="en-US">
              <a:solidFill>
                <a:schemeClr val="bg1"/>
              </a:solidFill>
            </a:rPr>
            <a:t>Complete Rider Acceleration Graphs and SolidWorks Drawings</a:t>
          </a:r>
        </a:p>
      </dgm:t>
    </dgm:pt>
    <dgm:pt modelId="{0431C509-5485-4813-BAAB-52C86FDA2211}" type="parTrans" cxnId="{AD0EBC3A-C528-4BAA-9AED-27BE3279E68D}">
      <dgm:prSet/>
      <dgm:spPr/>
      <dgm:t>
        <a:bodyPr/>
        <a:lstStyle/>
        <a:p>
          <a:endParaRPr lang="en-US"/>
        </a:p>
      </dgm:t>
    </dgm:pt>
    <dgm:pt modelId="{9BD4AF0C-223C-43D1-89B3-12A24C0206DD}" type="sibTrans" cxnId="{AD0EBC3A-C528-4BAA-9AED-27BE3279E68D}">
      <dgm:prSet/>
      <dgm:spPr/>
      <dgm:t>
        <a:bodyPr/>
        <a:lstStyle/>
        <a:p>
          <a:endParaRPr lang="en-US"/>
        </a:p>
      </dgm:t>
    </dgm:pt>
    <dgm:pt modelId="{9C0BE8E2-DF16-4962-9005-63B3266B48EE}">
      <dgm:prSet/>
      <dgm:spPr/>
      <dgm:t>
        <a:bodyPr/>
        <a:lstStyle/>
        <a:p>
          <a:pPr>
            <a:buNone/>
          </a:pPr>
          <a:r>
            <a:rPr lang="en-US">
              <a:solidFill>
                <a:schemeClr val="bg1"/>
              </a:solidFill>
            </a:rPr>
            <a:t>Spring Break: March 13 (Friday) to March 22 (Sunday)</a:t>
          </a:r>
        </a:p>
      </dgm:t>
    </dgm:pt>
    <dgm:pt modelId="{1D659F6F-5E97-45BC-8A74-C21125413F9D}" type="parTrans" cxnId="{52ACDF4A-3BEB-45AC-A9CD-53BA112E9700}">
      <dgm:prSet/>
      <dgm:spPr/>
      <dgm:t>
        <a:bodyPr/>
        <a:lstStyle/>
        <a:p>
          <a:endParaRPr lang="en-US"/>
        </a:p>
      </dgm:t>
    </dgm:pt>
    <dgm:pt modelId="{47328F6E-9F86-4AF5-AAEE-7B76DB9C3199}" type="sibTrans" cxnId="{52ACDF4A-3BEB-45AC-A9CD-53BA112E9700}">
      <dgm:prSet/>
      <dgm:spPr/>
      <dgm:t>
        <a:bodyPr/>
        <a:lstStyle/>
        <a:p>
          <a:endParaRPr lang="en-US"/>
        </a:p>
      </dgm:t>
    </dgm:pt>
    <dgm:pt modelId="{8B6EA94D-CF52-402C-ACF8-79D227345562}">
      <dgm:prSet/>
      <dgm:spPr/>
      <dgm:t>
        <a:bodyPr/>
        <a:lstStyle/>
        <a:p>
          <a:pPr>
            <a:buNone/>
          </a:pPr>
          <a:r>
            <a:rPr lang="en-US">
              <a:solidFill>
                <a:schemeClr val="bg1"/>
              </a:solidFill>
            </a:rPr>
            <a:t>March 22: Final Hand Ins and Bag and Tag [REC: March 29]</a:t>
          </a:r>
        </a:p>
      </dgm:t>
    </dgm:pt>
    <dgm:pt modelId="{0201F2DD-A536-49BF-B7BA-99F7BBB2E6FF}" type="parTrans" cxnId="{B00E8DD3-86D5-49AA-84CD-2106268B58E2}">
      <dgm:prSet/>
      <dgm:spPr/>
      <dgm:t>
        <a:bodyPr/>
        <a:lstStyle/>
        <a:p>
          <a:endParaRPr lang="en-US"/>
        </a:p>
      </dgm:t>
    </dgm:pt>
    <dgm:pt modelId="{271FB877-0C3C-4093-8189-81825589F46D}" type="sibTrans" cxnId="{B00E8DD3-86D5-49AA-84CD-2106268B58E2}">
      <dgm:prSet/>
      <dgm:spPr/>
      <dgm:t>
        <a:bodyPr/>
        <a:lstStyle/>
        <a:p>
          <a:endParaRPr lang="en-US"/>
        </a:p>
      </dgm:t>
    </dgm:pt>
    <dgm:pt modelId="{C24C46F3-0A61-43B9-9F76-1704FC6579C1}">
      <dgm:prSet/>
      <dgm:spPr/>
      <dgm:t>
        <a:bodyPr/>
        <a:lstStyle/>
        <a:p>
          <a:pPr>
            <a:buNone/>
          </a:pPr>
          <a:r>
            <a:rPr lang="en-US">
              <a:solidFill>
                <a:schemeClr val="bg1"/>
              </a:solidFill>
            </a:rPr>
            <a:t>March 28: Poster and Video Theory of Ops [REC: April 4]</a:t>
          </a:r>
        </a:p>
      </dgm:t>
    </dgm:pt>
    <dgm:pt modelId="{588B02DD-8BC6-438A-9C03-CADC3E5ED32D}" type="parTrans" cxnId="{7FDAC1AF-02C2-4609-9788-9383CA5306BF}">
      <dgm:prSet/>
      <dgm:spPr/>
      <dgm:t>
        <a:bodyPr/>
        <a:lstStyle/>
        <a:p>
          <a:endParaRPr lang="en-US"/>
        </a:p>
      </dgm:t>
    </dgm:pt>
    <dgm:pt modelId="{D7C53967-D367-4950-934E-B0BF2A74CCD7}" type="sibTrans" cxnId="{7FDAC1AF-02C2-4609-9788-9383CA5306BF}">
      <dgm:prSet/>
      <dgm:spPr/>
      <dgm:t>
        <a:bodyPr/>
        <a:lstStyle/>
        <a:p>
          <a:endParaRPr lang="en-US"/>
        </a:p>
      </dgm:t>
    </dgm:pt>
    <dgm:pt modelId="{BD134A1E-C3D9-4F79-BCFF-D38D7C7C44FE}">
      <dgm:prSet/>
      <dgm:spPr/>
      <dgm:t>
        <a:bodyPr/>
        <a:lstStyle/>
        <a:p>
          <a:pPr>
            <a:buNone/>
          </a:pPr>
          <a:r>
            <a:rPr lang="en-US">
              <a:solidFill>
                <a:schemeClr val="bg1"/>
              </a:solidFill>
            </a:rPr>
            <a:t>Feb 21: Final Design Review, Theory of Ops, and ASTM F2291 Compliance [REC: Feb 28]</a:t>
          </a:r>
        </a:p>
      </dgm:t>
    </dgm:pt>
    <dgm:pt modelId="{4B6CED0A-4B90-44E8-95F3-E2B5F6B132E8}" type="parTrans" cxnId="{E11690FC-F95F-4766-8996-C70FF12A3E3D}">
      <dgm:prSet/>
      <dgm:spPr/>
      <dgm:t>
        <a:bodyPr/>
        <a:lstStyle/>
        <a:p>
          <a:endParaRPr lang="en-US"/>
        </a:p>
      </dgm:t>
    </dgm:pt>
    <dgm:pt modelId="{D17BF717-F008-40A7-8BA3-A586F332166E}" type="sibTrans" cxnId="{E11690FC-F95F-4766-8996-C70FF12A3E3D}">
      <dgm:prSet/>
      <dgm:spPr/>
      <dgm:t>
        <a:bodyPr/>
        <a:lstStyle/>
        <a:p>
          <a:endParaRPr lang="en-US"/>
        </a:p>
      </dgm:t>
    </dgm:pt>
    <dgm:pt modelId="{C4FB1819-95FF-4225-8179-99627A345A29}" type="pres">
      <dgm:prSet presAssocID="{07D1C823-D816-40B3-88ED-6C2772870838}" presName="vert0" presStyleCnt="0">
        <dgm:presLayoutVars>
          <dgm:dir/>
          <dgm:animOne val="branch"/>
          <dgm:animLvl val="lvl"/>
        </dgm:presLayoutVars>
      </dgm:prSet>
      <dgm:spPr/>
    </dgm:pt>
    <dgm:pt modelId="{002426F4-43A9-49E8-9DD7-BB7487C30AF0}" type="pres">
      <dgm:prSet presAssocID="{363D34F5-E07E-4FF8-9C53-571E9A3C6564}" presName="thickLine" presStyleLbl="alignNode1" presStyleIdx="0" presStyleCnt="5"/>
      <dgm:spPr/>
    </dgm:pt>
    <dgm:pt modelId="{FF6797FA-F674-4499-8D55-5D66149127F0}" type="pres">
      <dgm:prSet presAssocID="{363D34F5-E07E-4FF8-9C53-571E9A3C6564}" presName="horz1" presStyleCnt="0"/>
      <dgm:spPr/>
    </dgm:pt>
    <dgm:pt modelId="{BB8AE0BC-4448-4698-97D6-286CAF1EC921}" type="pres">
      <dgm:prSet presAssocID="{363D34F5-E07E-4FF8-9C53-571E9A3C6564}" presName="tx1" presStyleLbl="revTx" presStyleIdx="0" presStyleCnt="5"/>
      <dgm:spPr/>
    </dgm:pt>
    <dgm:pt modelId="{CD601A0E-7B65-4547-BC96-F37FF2228AA0}" type="pres">
      <dgm:prSet presAssocID="{363D34F5-E07E-4FF8-9C53-571E9A3C6564}" presName="vert1" presStyleCnt="0"/>
      <dgm:spPr/>
    </dgm:pt>
    <dgm:pt modelId="{95002B74-AB38-4603-88B4-E85A87EE093D}" type="pres">
      <dgm:prSet presAssocID="{BD134A1E-C3D9-4F79-BCFF-D38D7C7C44FE}" presName="thickLine" presStyleLbl="alignNode1" presStyleIdx="1" presStyleCnt="5"/>
      <dgm:spPr/>
    </dgm:pt>
    <dgm:pt modelId="{0D33F232-751C-429B-ABFF-5CFFA985FEC4}" type="pres">
      <dgm:prSet presAssocID="{BD134A1E-C3D9-4F79-BCFF-D38D7C7C44FE}" presName="horz1" presStyleCnt="0"/>
      <dgm:spPr/>
    </dgm:pt>
    <dgm:pt modelId="{4F98665C-B962-4802-9FB9-4B181EF9FF85}" type="pres">
      <dgm:prSet presAssocID="{BD134A1E-C3D9-4F79-BCFF-D38D7C7C44FE}" presName="tx1" presStyleLbl="revTx" presStyleIdx="1" presStyleCnt="5"/>
      <dgm:spPr/>
    </dgm:pt>
    <dgm:pt modelId="{FBE2C0AB-2423-4533-B8DA-9D11E76A73A6}" type="pres">
      <dgm:prSet presAssocID="{BD134A1E-C3D9-4F79-BCFF-D38D7C7C44FE}" presName="vert1" presStyleCnt="0"/>
      <dgm:spPr/>
    </dgm:pt>
    <dgm:pt modelId="{EE444846-F740-45BC-87A6-3A313243ACAF}" type="pres">
      <dgm:prSet presAssocID="{9C0BE8E2-DF16-4962-9005-63B3266B48EE}" presName="thickLine" presStyleLbl="alignNode1" presStyleIdx="2" presStyleCnt="5"/>
      <dgm:spPr/>
    </dgm:pt>
    <dgm:pt modelId="{DFD4C0FA-94EC-4041-8318-29BE20EC2C5C}" type="pres">
      <dgm:prSet presAssocID="{9C0BE8E2-DF16-4962-9005-63B3266B48EE}" presName="horz1" presStyleCnt="0"/>
      <dgm:spPr/>
    </dgm:pt>
    <dgm:pt modelId="{678A6312-E3A9-47B3-A29D-6B8DBC7321A7}" type="pres">
      <dgm:prSet presAssocID="{9C0BE8E2-DF16-4962-9005-63B3266B48EE}" presName="tx1" presStyleLbl="revTx" presStyleIdx="2" presStyleCnt="5"/>
      <dgm:spPr/>
    </dgm:pt>
    <dgm:pt modelId="{E5BFD268-33BD-4418-9A10-A57F299C3CB3}" type="pres">
      <dgm:prSet presAssocID="{9C0BE8E2-DF16-4962-9005-63B3266B48EE}" presName="vert1" presStyleCnt="0"/>
      <dgm:spPr/>
    </dgm:pt>
    <dgm:pt modelId="{FF0E6CFA-610C-4A32-A5C7-D45F51535B9A}" type="pres">
      <dgm:prSet presAssocID="{8B6EA94D-CF52-402C-ACF8-79D227345562}" presName="thickLine" presStyleLbl="alignNode1" presStyleIdx="3" presStyleCnt="5"/>
      <dgm:spPr/>
    </dgm:pt>
    <dgm:pt modelId="{EA893975-9DE3-4ED3-BA87-27E9203FCAC0}" type="pres">
      <dgm:prSet presAssocID="{8B6EA94D-CF52-402C-ACF8-79D227345562}" presName="horz1" presStyleCnt="0"/>
      <dgm:spPr/>
    </dgm:pt>
    <dgm:pt modelId="{D6A5588A-690D-43FD-A6D1-BE2CEACD9FF1}" type="pres">
      <dgm:prSet presAssocID="{8B6EA94D-CF52-402C-ACF8-79D227345562}" presName="tx1" presStyleLbl="revTx" presStyleIdx="3" presStyleCnt="5"/>
      <dgm:spPr/>
    </dgm:pt>
    <dgm:pt modelId="{CCB02343-1F8C-4C2F-AFC5-28BAC9CC82F7}" type="pres">
      <dgm:prSet presAssocID="{8B6EA94D-CF52-402C-ACF8-79D227345562}" presName="vert1" presStyleCnt="0"/>
      <dgm:spPr/>
    </dgm:pt>
    <dgm:pt modelId="{19ADBA68-47AF-4EB3-BBDA-1FE8619E4B29}" type="pres">
      <dgm:prSet presAssocID="{C24C46F3-0A61-43B9-9F76-1704FC6579C1}" presName="thickLine" presStyleLbl="alignNode1" presStyleIdx="4" presStyleCnt="5"/>
      <dgm:spPr/>
    </dgm:pt>
    <dgm:pt modelId="{E919715B-0ED4-4375-B9E6-B0D0EB9BB7F8}" type="pres">
      <dgm:prSet presAssocID="{C24C46F3-0A61-43B9-9F76-1704FC6579C1}" presName="horz1" presStyleCnt="0"/>
      <dgm:spPr/>
    </dgm:pt>
    <dgm:pt modelId="{76465FFD-2197-4BFF-B222-BC768C421FAF}" type="pres">
      <dgm:prSet presAssocID="{C24C46F3-0A61-43B9-9F76-1704FC6579C1}" presName="tx1" presStyleLbl="revTx" presStyleIdx="4" presStyleCnt="5"/>
      <dgm:spPr/>
    </dgm:pt>
    <dgm:pt modelId="{2AC1335D-BFA7-4A0B-B54A-6A1342373D6B}" type="pres">
      <dgm:prSet presAssocID="{C24C46F3-0A61-43B9-9F76-1704FC6579C1}" presName="vert1" presStyleCnt="0"/>
      <dgm:spPr/>
    </dgm:pt>
  </dgm:ptLst>
  <dgm:cxnLst>
    <dgm:cxn modelId="{CA67B606-BF6D-4FA1-8EF5-57434E492B91}" type="presOf" srcId="{9C0BE8E2-DF16-4962-9005-63B3266B48EE}" destId="{678A6312-E3A9-47B3-A29D-6B8DBC7321A7}" srcOrd="0" destOrd="0" presId="urn:microsoft.com/office/officeart/2008/layout/LinedList"/>
    <dgm:cxn modelId="{462DF913-0C18-49A6-A992-A39A7AB977D6}" type="presOf" srcId="{BD134A1E-C3D9-4F79-BCFF-D38D7C7C44FE}" destId="{4F98665C-B962-4802-9FB9-4B181EF9FF85}" srcOrd="0" destOrd="0" presId="urn:microsoft.com/office/officeart/2008/layout/LinedList"/>
    <dgm:cxn modelId="{6E330518-A0F0-4B70-A146-7D00FEA5CFD5}" type="presOf" srcId="{07D1C823-D816-40B3-88ED-6C2772870838}" destId="{C4FB1819-95FF-4225-8179-99627A345A29}" srcOrd="0" destOrd="0" presId="urn:microsoft.com/office/officeart/2008/layout/LinedList"/>
    <dgm:cxn modelId="{AD0EBC3A-C528-4BAA-9AED-27BE3279E68D}" srcId="{07D1C823-D816-40B3-88ED-6C2772870838}" destId="{363D34F5-E07E-4FF8-9C53-571E9A3C6564}" srcOrd="0" destOrd="0" parTransId="{0431C509-5485-4813-BAAB-52C86FDA2211}" sibTransId="{9BD4AF0C-223C-43D1-89B3-12A24C0206DD}"/>
    <dgm:cxn modelId="{52ACDF4A-3BEB-45AC-A9CD-53BA112E9700}" srcId="{07D1C823-D816-40B3-88ED-6C2772870838}" destId="{9C0BE8E2-DF16-4962-9005-63B3266B48EE}" srcOrd="2" destOrd="0" parTransId="{1D659F6F-5E97-45BC-8A74-C21125413F9D}" sibTransId="{47328F6E-9F86-4AF5-AAEE-7B76DB9C3199}"/>
    <dgm:cxn modelId="{A94B0F6C-1B27-4129-83B0-C5825E0CC7BB}" type="presOf" srcId="{8B6EA94D-CF52-402C-ACF8-79D227345562}" destId="{D6A5588A-690D-43FD-A6D1-BE2CEACD9FF1}" srcOrd="0" destOrd="0" presId="urn:microsoft.com/office/officeart/2008/layout/LinedList"/>
    <dgm:cxn modelId="{60010572-72A8-4F3B-8D11-5B5DF98AD6BE}" type="presOf" srcId="{C24C46F3-0A61-43B9-9F76-1704FC6579C1}" destId="{76465FFD-2197-4BFF-B222-BC768C421FAF}" srcOrd="0" destOrd="0" presId="urn:microsoft.com/office/officeart/2008/layout/LinedList"/>
    <dgm:cxn modelId="{F2A851A5-160F-4CBC-B549-F4B5B1C9B09D}" type="presOf" srcId="{363D34F5-E07E-4FF8-9C53-571E9A3C6564}" destId="{BB8AE0BC-4448-4698-97D6-286CAF1EC921}" srcOrd="0" destOrd="0" presId="urn:microsoft.com/office/officeart/2008/layout/LinedList"/>
    <dgm:cxn modelId="{7FDAC1AF-02C2-4609-9788-9383CA5306BF}" srcId="{07D1C823-D816-40B3-88ED-6C2772870838}" destId="{C24C46F3-0A61-43B9-9F76-1704FC6579C1}" srcOrd="4" destOrd="0" parTransId="{588B02DD-8BC6-438A-9C03-CADC3E5ED32D}" sibTransId="{D7C53967-D367-4950-934E-B0BF2A74CCD7}"/>
    <dgm:cxn modelId="{B00E8DD3-86D5-49AA-84CD-2106268B58E2}" srcId="{07D1C823-D816-40B3-88ED-6C2772870838}" destId="{8B6EA94D-CF52-402C-ACF8-79D227345562}" srcOrd="3" destOrd="0" parTransId="{0201F2DD-A536-49BF-B7BA-99F7BBB2E6FF}" sibTransId="{271FB877-0C3C-4093-8189-81825589F46D}"/>
    <dgm:cxn modelId="{E11690FC-F95F-4766-8996-C70FF12A3E3D}" srcId="{07D1C823-D816-40B3-88ED-6C2772870838}" destId="{BD134A1E-C3D9-4F79-BCFF-D38D7C7C44FE}" srcOrd="1" destOrd="0" parTransId="{4B6CED0A-4B90-44E8-95F3-E2B5F6B132E8}" sibTransId="{D17BF717-F008-40A7-8BA3-A586F332166E}"/>
    <dgm:cxn modelId="{80890BDC-D490-46BD-83E3-CE3B7AD2146E}" type="presParOf" srcId="{C4FB1819-95FF-4225-8179-99627A345A29}" destId="{002426F4-43A9-49E8-9DD7-BB7487C30AF0}" srcOrd="0" destOrd="0" presId="urn:microsoft.com/office/officeart/2008/layout/LinedList"/>
    <dgm:cxn modelId="{147C7791-FB72-4DE9-9CE8-C39335D509E6}" type="presParOf" srcId="{C4FB1819-95FF-4225-8179-99627A345A29}" destId="{FF6797FA-F674-4499-8D55-5D66149127F0}" srcOrd="1" destOrd="0" presId="urn:microsoft.com/office/officeart/2008/layout/LinedList"/>
    <dgm:cxn modelId="{048B9316-D7A6-4840-A901-9C1BD9BE59CE}" type="presParOf" srcId="{FF6797FA-F674-4499-8D55-5D66149127F0}" destId="{BB8AE0BC-4448-4698-97D6-286CAF1EC921}" srcOrd="0" destOrd="0" presId="urn:microsoft.com/office/officeart/2008/layout/LinedList"/>
    <dgm:cxn modelId="{C1499EB2-900B-437A-BDF4-A1DB66A53B32}" type="presParOf" srcId="{FF6797FA-F674-4499-8D55-5D66149127F0}" destId="{CD601A0E-7B65-4547-BC96-F37FF2228AA0}" srcOrd="1" destOrd="0" presId="urn:microsoft.com/office/officeart/2008/layout/LinedList"/>
    <dgm:cxn modelId="{8D068D51-D28B-4C9A-B885-29F61798C18C}" type="presParOf" srcId="{C4FB1819-95FF-4225-8179-99627A345A29}" destId="{95002B74-AB38-4603-88B4-E85A87EE093D}" srcOrd="2" destOrd="0" presId="urn:microsoft.com/office/officeart/2008/layout/LinedList"/>
    <dgm:cxn modelId="{BF580C6F-6C35-4B13-842B-D0A70997D960}" type="presParOf" srcId="{C4FB1819-95FF-4225-8179-99627A345A29}" destId="{0D33F232-751C-429B-ABFF-5CFFA985FEC4}" srcOrd="3" destOrd="0" presId="urn:microsoft.com/office/officeart/2008/layout/LinedList"/>
    <dgm:cxn modelId="{1BF4DD22-A44D-409A-8136-66B6F8D88DBB}" type="presParOf" srcId="{0D33F232-751C-429B-ABFF-5CFFA985FEC4}" destId="{4F98665C-B962-4802-9FB9-4B181EF9FF85}" srcOrd="0" destOrd="0" presId="urn:microsoft.com/office/officeart/2008/layout/LinedList"/>
    <dgm:cxn modelId="{94158F0C-643A-4ACB-ADD8-F0F86E25C3A2}" type="presParOf" srcId="{0D33F232-751C-429B-ABFF-5CFFA985FEC4}" destId="{FBE2C0AB-2423-4533-B8DA-9D11E76A73A6}" srcOrd="1" destOrd="0" presId="urn:microsoft.com/office/officeart/2008/layout/LinedList"/>
    <dgm:cxn modelId="{8D20B64E-45EB-460B-8581-D7989464F49E}" type="presParOf" srcId="{C4FB1819-95FF-4225-8179-99627A345A29}" destId="{EE444846-F740-45BC-87A6-3A313243ACAF}" srcOrd="4" destOrd="0" presId="urn:microsoft.com/office/officeart/2008/layout/LinedList"/>
    <dgm:cxn modelId="{5810E072-3153-49A1-BE6F-E4D906D95BE1}" type="presParOf" srcId="{C4FB1819-95FF-4225-8179-99627A345A29}" destId="{DFD4C0FA-94EC-4041-8318-29BE20EC2C5C}" srcOrd="5" destOrd="0" presId="urn:microsoft.com/office/officeart/2008/layout/LinedList"/>
    <dgm:cxn modelId="{14F67D8B-1E85-4304-997B-DDC9D7936F99}" type="presParOf" srcId="{DFD4C0FA-94EC-4041-8318-29BE20EC2C5C}" destId="{678A6312-E3A9-47B3-A29D-6B8DBC7321A7}" srcOrd="0" destOrd="0" presId="urn:microsoft.com/office/officeart/2008/layout/LinedList"/>
    <dgm:cxn modelId="{B545BE3E-B1A2-4B2D-B49D-98D49287884D}" type="presParOf" srcId="{DFD4C0FA-94EC-4041-8318-29BE20EC2C5C}" destId="{E5BFD268-33BD-4418-9A10-A57F299C3CB3}" srcOrd="1" destOrd="0" presId="urn:microsoft.com/office/officeart/2008/layout/LinedList"/>
    <dgm:cxn modelId="{15967C4D-5D84-4ECF-8A6D-61090341D67E}" type="presParOf" srcId="{C4FB1819-95FF-4225-8179-99627A345A29}" destId="{FF0E6CFA-610C-4A32-A5C7-D45F51535B9A}" srcOrd="6" destOrd="0" presId="urn:microsoft.com/office/officeart/2008/layout/LinedList"/>
    <dgm:cxn modelId="{02F28B65-6169-45F3-A2BC-1D42DCF6FE6A}" type="presParOf" srcId="{C4FB1819-95FF-4225-8179-99627A345A29}" destId="{EA893975-9DE3-4ED3-BA87-27E9203FCAC0}" srcOrd="7" destOrd="0" presId="urn:microsoft.com/office/officeart/2008/layout/LinedList"/>
    <dgm:cxn modelId="{FB232618-C90B-416F-A629-C2DB0D4E7D91}" type="presParOf" srcId="{EA893975-9DE3-4ED3-BA87-27E9203FCAC0}" destId="{D6A5588A-690D-43FD-A6D1-BE2CEACD9FF1}" srcOrd="0" destOrd="0" presId="urn:microsoft.com/office/officeart/2008/layout/LinedList"/>
    <dgm:cxn modelId="{A2C2648E-FF30-4EE3-8DA8-75620A632528}" type="presParOf" srcId="{EA893975-9DE3-4ED3-BA87-27E9203FCAC0}" destId="{CCB02343-1F8C-4C2F-AFC5-28BAC9CC82F7}" srcOrd="1" destOrd="0" presId="urn:microsoft.com/office/officeart/2008/layout/LinedList"/>
    <dgm:cxn modelId="{525214E7-3BE8-47DB-985E-85CA2B282775}" type="presParOf" srcId="{C4FB1819-95FF-4225-8179-99627A345A29}" destId="{19ADBA68-47AF-4EB3-BBDA-1FE8619E4B29}" srcOrd="8" destOrd="0" presId="urn:microsoft.com/office/officeart/2008/layout/LinedList"/>
    <dgm:cxn modelId="{4F89E4D3-53BA-4B2E-81AE-6D14EB5E77E7}" type="presParOf" srcId="{C4FB1819-95FF-4225-8179-99627A345A29}" destId="{E919715B-0ED4-4375-B9E6-B0D0EB9BB7F8}" srcOrd="9" destOrd="0" presId="urn:microsoft.com/office/officeart/2008/layout/LinedList"/>
    <dgm:cxn modelId="{46DE270B-C962-4770-971D-0AF20E3A6956}" type="presParOf" srcId="{E919715B-0ED4-4375-B9E6-B0D0EB9BB7F8}" destId="{76465FFD-2197-4BFF-B222-BC768C421FAF}" srcOrd="0" destOrd="0" presId="urn:microsoft.com/office/officeart/2008/layout/LinedList"/>
    <dgm:cxn modelId="{E37E82D6-CE37-4DEE-B669-45FBF18B0DEF}" type="presParOf" srcId="{E919715B-0ED4-4375-B9E6-B0D0EB9BB7F8}" destId="{2AC1335D-BFA7-4A0B-B54A-6A1342373D6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66F1C6-6EBF-4412-AB5F-55404FF6860F}">
      <dsp:nvSpPr>
        <dsp:cNvPr id="0" name=""/>
        <dsp:cNvSpPr/>
      </dsp:nvSpPr>
      <dsp:spPr>
        <a:xfrm>
          <a:off x="0" y="42780"/>
          <a:ext cx="6492875" cy="1151279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Design Process of Ride</a:t>
          </a:r>
        </a:p>
      </dsp:txBody>
      <dsp:txXfrm>
        <a:off x="56201" y="98981"/>
        <a:ext cx="6380473" cy="1038877"/>
      </dsp:txXfrm>
    </dsp:sp>
    <dsp:sp modelId="{4D81F99B-23AE-4DC1-B40E-0728838AD158}">
      <dsp:nvSpPr>
        <dsp:cNvPr id="0" name=""/>
        <dsp:cNvSpPr/>
      </dsp:nvSpPr>
      <dsp:spPr>
        <a:xfrm>
          <a:off x="0" y="1332300"/>
          <a:ext cx="6492875" cy="1151279"/>
        </a:xfrm>
        <a:prstGeom prst="roundRect">
          <a:avLst/>
        </a:prstGeom>
        <a:solidFill>
          <a:schemeClr val="accent1">
            <a:shade val="80000"/>
            <a:hueOff val="0"/>
            <a:satOff val="-11426"/>
            <a:lumOff val="1094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Theory of Operation</a:t>
          </a:r>
        </a:p>
      </dsp:txBody>
      <dsp:txXfrm>
        <a:off x="56201" y="1388501"/>
        <a:ext cx="6380473" cy="1038877"/>
      </dsp:txXfrm>
    </dsp:sp>
    <dsp:sp modelId="{FFEEA94F-4068-4FE2-A2CE-D463B6FB0F1D}">
      <dsp:nvSpPr>
        <dsp:cNvPr id="0" name=""/>
        <dsp:cNvSpPr/>
      </dsp:nvSpPr>
      <dsp:spPr>
        <a:xfrm>
          <a:off x="0" y="2621820"/>
          <a:ext cx="6492875" cy="1151279"/>
        </a:xfrm>
        <a:prstGeom prst="roundRect">
          <a:avLst/>
        </a:prstGeom>
        <a:solidFill>
          <a:schemeClr val="accent1">
            <a:shade val="80000"/>
            <a:hueOff val="0"/>
            <a:satOff val="-22853"/>
            <a:lumOff val="2189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ASTM Compliance</a:t>
          </a:r>
        </a:p>
      </dsp:txBody>
      <dsp:txXfrm>
        <a:off x="56201" y="2678021"/>
        <a:ext cx="6380473" cy="1038877"/>
      </dsp:txXfrm>
    </dsp:sp>
    <dsp:sp modelId="{B628AAE8-B75D-4DD2-9E63-403E9865B426}">
      <dsp:nvSpPr>
        <dsp:cNvPr id="0" name=""/>
        <dsp:cNvSpPr/>
      </dsp:nvSpPr>
      <dsp:spPr>
        <a:xfrm>
          <a:off x="0" y="3911340"/>
          <a:ext cx="6492875" cy="1151279"/>
        </a:xfrm>
        <a:prstGeom prst="roundRect">
          <a:avLst/>
        </a:prstGeom>
        <a:solidFill>
          <a:schemeClr val="accent1">
            <a:shade val="80000"/>
            <a:hueOff val="0"/>
            <a:satOff val="-34279"/>
            <a:lumOff val="3283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Future Plans</a:t>
          </a:r>
        </a:p>
      </dsp:txBody>
      <dsp:txXfrm>
        <a:off x="56201" y="3967541"/>
        <a:ext cx="6380473" cy="10388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F874B-8746-4905-80A2-CB894E90DAFE}">
      <dsp:nvSpPr>
        <dsp:cNvPr id="0" name=""/>
        <dsp:cNvSpPr/>
      </dsp:nvSpPr>
      <dsp:spPr>
        <a:xfrm>
          <a:off x="2935" y="786105"/>
          <a:ext cx="2095711" cy="13307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7AD8C8-DD9B-4D18-8861-7AD85FE7E3C1}">
      <dsp:nvSpPr>
        <dsp:cNvPr id="0" name=""/>
        <dsp:cNvSpPr/>
      </dsp:nvSpPr>
      <dsp:spPr>
        <a:xfrm>
          <a:off x="235791" y="1007319"/>
          <a:ext cx="2095711" cy="13307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Competition Constraints</a:t>
          </a:r>
        </a:p>
      </dsp:txBody>
      <dsp:txXfrm>
        <a:off x="274768" y="1046296"/>
        <a:ext cx="2017757" cy="1252822"/>
      </dsp:txXfrm>
    </dsp:sp>
    <dsp:sp modelId="{57EA1678-1775-4BC2-A466-7CC76728781A}">
      <dsp:nvSpPr>
        <dsp:cNvPr id="0" name=""/>
        <dsp:cNvSpPr/>
      </dsp:nvSpPr>
      <dsp:spPr>
        <a:xfrm>
          <a:off x="2564360" y="786105"/>
          <a:ext cx="2095711" cy="13307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783F0B-6BFB-4168-B704-38EF16EA3D45}">
      <dsp:nvSpPr>
        <dsp:cNvPr id="0" name=""/>
        <dsp:cNvSpPr/>
      </dsp:nvSpPr>
      <dsp:spPr>
        <a:xfrm>
          <a:off x="2797216" y="1007319"/>
          <a:ext cx="2095711" cy="13307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FVD++</a:t>
          </a:r>
        </a:p>
      </dsp:txBody>
      <dsp:txXfrm>
        <a:off x="2836193" y="1046296"/>
        <a:ext cx="2017757" cy="1252822"/>
      </dsp:txXfrm>
    </dsp:sp>
    <dsp:sp modelId="{36F22D23-D5BB-4446-912E-313AA69AD6DA}">
      <dsp:nvSpPr>
        <dsp:cNvPr id="0" name=""/>
        <dsp:cNvSpPr/>
      </dsp:nvSpPr>
      <dsp:spPr>
        <a:xfrm>
          <a:off x="5125784" y="786105"/>
          <a:ext cx="2095711" cy="13307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D5AAE4-5D6F-407D-A02A-E6AC3D26DCDD}">
      <dsp:nvSpPr>
        <dsp:cNvPr id="0" name=""/>
        <dsp:cNvSpPr/>
      </dsp:nvSpPr>
      <dsp:spPr>
        <a:xfrm>
          <a:off x="5358641" y="1007319"/>
          <a:ext cx="2095711" cy="13307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SolidWorks</a:t>
          </a:r>
        </a:p>
      </dsp:txBody>
      <dsp:txXfrm>
        <a:off x="5397618" y="1046296"/>
        <a:ext cx="2017757" cy="1252822"/>
      </dsp:txXfrm>
    </dsp:sp>
    <dsp:sp modelId="{18B90A3E-91CC-475F-AC59-3425180B2C6E}">
      <dsp:nvSpPr>
        <dsp:cNvPr id="0" name=""/>
        <dsp:cNvSpPr/>
      </dsp:nvSpPr>
      <dsp:spPr>
        <a:xfrm>
          <a:off x="7687209" y="786105"/>
          <a:ext cx="2095711" cy="13307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75CA6D-0BDF-49C5-9917-8D9EFB38448E}">
      <dsp:nvSpPr>
        <dsp:cNvPr id="0" name=""/>
        <dsp:cNvSpPr/>
      </dsp:nvSpPr>
      <dsp:spPr>
        <a:xfrm>
          <a:off x="7920066" y="1007319"/>
          <a:ext cx="2095711" cy="13307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Modifications</a:t>
          </a:r>
        </a:p>
      </dsp:txBody>
      <dsp:txXfrm>
        <a:off x="7959043" y="1046296"/>
        <a:ext cx="2017757" cy="12528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BE2474-BDF3-47AC-B531-98D21D0CD5E7}">
      <dsp:nvSpPr>
        <dsp:cNvPr id="0" name=""/>
        <dsp:cNvSpPr/>
      </dsp:nvSpPr>
      <dsp:spPr>
        <a:xfrm>
          <a:off x="707654" y="1001640"/>
          <a:ext cx="1955812" cy="1955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4D3F8A-36CF-4611-8D1D-6F916DC5EF10}">
      <dsp:nvSpPr>
        <dsp:cNvPr id="0" name=""/>
        <dsp:cNvSpPr/>
      </dsp:nvSpPr>
      <dsp:spPr>
        <a:xfrm>
          <a:off x="1124467" y="1418452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C7DF0D-78A9-4345-8DB4-6553066337A8}">
      <dsp:nvSpPr>
        <dsp:cNvPr id="0" name=""/>
        <dsp:cNvSpPr/>
      </dsp:nvSpPr>
      <dsp:spPr>
        <a:xfrm>
          <a:off x="82436" y="3566640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solidFill>
                <a:schemeClr val="bg1"/>
              </a:solidFill>
            </a:rPr>
            <a:t>Track Analysis</a:t>
          </a:r>
        </a:p>
      </dsp:txBody>
      <dsp:txXfrm>
        <a:off x="82436" y="3566640"/>
        <a:ext cx="3206250" cy="720000"/>
      </dsp:txXfrm>
    </dsp:sp>
    <dsp:sp modelId="{C95F650D-32A5-41FD-BE8F-851BC4CCE5AE}">
      <dsp:nvSpPr>
        <dsp:cNvPr id="0" name=""/>
        <dsp:cNvSpPr/>
      </dsp:nvSpPr>
      <dsp:spPr>
        <a:xfrm>
          <a:off x="4474998" y="1001640"/>
          <a:ext cx="1955812" cy="1955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4B0575-2636-46AA-B37C-E1D1D3CD4BDE}">
      <dsp:nvSpPr>
        <dsp:cNvPr id="0" name=""/>
        <dsp:cNvSpPr/>
      </dsp:nvSpPr>
      <dsp:spPr>
        <a:xfrm>
          <a:off x="4891811" y="1418452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C4889F-8D51-40B6-988E-61AA1E55DB02}">
      <dsp:nvSpPr>
        <dsp:cNvPr id="0" name=""/>
        <dsp:cNvSpPr/>
      </dsp:nvSpPr>
      <dsp:spPr>
        <a:xfrm>
          <a:off x="3849780" y="3566640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solidFill>
                <a:schemeClr val="bg1"/>
              </a:solidFill>
            </a:rPr>
            <a:t>Support Column Analysis</a:t>
          </a:r>
        </a:p>
      </dsp:txBody>
      <dsp:txXfrm>
        <a:off x="3849780" y="3566640"/>
        <a:ext cx="3206250" cy="720000"/>
      </dsp:txXfrm>
    </dsp:sp>
    <dsp:sp modelId="{8B72241C-68EF-4A05-968C-E7C7B30DB583}">
      <dsp:nvSpPr>
        <dsp:cNvPr id="0" name=""/>
        <dsp:cNvSpPr/>
      </dsp:nvSpPr>
      <dsp:spPr>
        <a:xfrm>
          <a:off x="8242342" y="1001640"/>
          <a:ext cx="1955812" cy="1955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569065-E2A0-4C92-A89C-28D959359527}">
      <dsp:nvSpPr>
        <dsp:cNvPr id="0" name=""/>
        <dsp:cNvSpPr/>
      </dsp:nvSpPr>
      <dsp:spPr>
        <a:xfrm>
          <a:off x="8659155" y="1418452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4E75B6-A4FD-460A-A4CE-48FD5DCF5ECD}">
      <dsp:nvSpPr>
        <dsp:cNvPr id="0" name=""/>
        <dsp:cNvSpPr/>
      </dsp:nvSpPr>
      <dsp:spPr>
        <a:xfrm>
          <a:off x="7617123" y="3566640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solidFill>
                <a:schemeClr val="bg1"/>
              </a:solidFill>
            </a:rPr>
            <a:t>Safety Protocols</a:t>
          </a:r>
        </a:p>
      </dsp:txBody>
      <dsp:txXfrm>
        <a:off x="7617123" y="3566640"/>
        <a:ext cx="32062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32CF4F-0B49-42E9-93A3-2E5B71AF6765}">
      <dsp:nvSpPr>
        <dsp:cNvPr id="0" name=""/>
        <dsp:cNvSpPr/>
      </dsp:nvSpPr>
      <dsp:spPr>
        <a:xfrm>
          <a:off x="0" y="335615"/>
          <a:ext cx="4826642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Complete Data Table</a:t>
          </a:r>
        </a:p>
      </dsp:txBody>
      <dsp:txXfrm>
        <a:off x="32784" y="368399"/>
        <a:ext cx="4761074" cy="606012"/>
      </dsp:txXfrm>
    </dsp:sp>
    <dsp:sp modelId="{367B3AB1-19E0-441B-9C5C-4D24AB2B6B70}">
      <dsp:nvSpPr>
        <dsp:cNvPr id="0" name=""/>
        <dsp:cNvSpPr/>
      </dsp:nvSpPr>
      <dsp:spPr>
        <a:xfrm>
          <a:off x="0" y="1087836"/>
          <a:ext cx="4826642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Restraint Class</a:t>
          </a:r>
        </a:p>
      </dsp:txBody>
      <dsp:txXfrm>
        <a:off x="32784" y="1120620"/>
        <a:ext cx="4761074" cy="606012"/>
      </dsp:txXfrm>
    </dsp:sp>
    <dsp:sp modelId="{6D5FDEE0-5BDF-4EBD-9C63-7D06E13611A0}">
      <dsp:nvSpPr>
        <dsp:cNvPr id="0" name=""/>
        <dsp:cNvSpPr/>
      </dsp:nvSpPr>
      <dsp:spPr>
        <a:xfrm>
          <a:off x="0" y="1840056"/>
          <a:ext cx="4826642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Resultant Deflection</a:t>
          </a:r>
        </a:p>
      </dsp:txBody>
      <dsp:txXfrm>
        <a:off x="32784" y="1872840"/>
        <a:ext cx="4761074" cy="606012"/>
      </dsp:txXfrm>
    </dsp:sp>
    <dsp:sp modelId="{1F7DB26B-96E4-4969-B430-A48ACA42F16C}">
      <dsp:nvSpPr>
        <dsp:cNvPr id="0" name=""/>
        <dsp:cNvSpPr/>
      </dsp:nvSpPr>
      <dsp:spPr>
        <a:xfrm>
          <a:off x="0" y="2592276"/>
          <a:ext cx="4826642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Normal and Lateral Deflection</a:t>
          </a:r>
        </a:p>
      </dsp:txBody>
      <dsp:txXfrm>
        <a:off x="32784" y="2625060"/>
        <a:ext cx="4761074" cy="606012"/>
      </dsp:txXfrm>
    </dsp:sp>
    <dsp:sp modelId="{CBC040E6-E8C6-4D73-A6E8-C05D47816DD2}">
      <dsp:nvSpPr>
        <dsp:cNvPr id="0" name=""/>
        <dsp:cNvSpPr/>
      </dsp:nvSpPr>
      <dsp:spPr>
        <a:xfrm>
          <a:off x="0" y="3344495"/>
          <a:ext cx="4826642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Velocity</a:t>
          </a:r>
        </a:p>
      </dsp:txBody>
      <dsp:txXfrm>
        <a:off x="32784" y="3377279"/>
        <a:ext cx="4761074" cy="606012"/>
      </dsp:txXfrm>
    </dsp:sp>
    <dsp:sp modelId="{6DF145E4-7A25-4A19-9BF5-0B136092B840}">
      <dsp:nvSpPr>
        <dsp:cNvPr id="0" name=""/>
        <dsp:cNvSpPr/>
      </dsp:nvSpPr>
      <dsp:spPr>
        <a:xfrm>
          <a:off x="0" y="4096716"/>
          <a:ext cx="4826642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Lap Bar Force</a:t>
          </a:r>
        </a:p>
      </dsp:txBody>
      <dsp:txXfrm>
        <a:off x="32784" y="4129500"/>
        <a:ext cx="4761074" cy="6060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2426F4-43A9-49E8-9DD7-BB7487C30AF0}">
      <dsp:nvSpPr>
        <dsp:cNvPr id="0" name=""/>
        <dsp:cNvSpPr/>
      </dsp:nvSpPr>
      <dsp:spPr>
        <a:xfrm>
          <a:off x="0" y="1797"/>
          <a:ext cx="654242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8AE0BC-4448-4698-97D6-286CAF1EC921}">
      <dsp:nvSpPr>
        <dsp:cNvPr id="0" name=""/>
        <dsp:cNvSpPr/>
      </dsp:nvSpPr>
      <dsp:spPr>
        <a:xfrm>
          <a:off x="0" y="1797"/>
          <a:ext cx="6542429" cy="12257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>
              <a:solidFill>
                <a:schemeClr val="bg1"/>
              </a:solidFill>
              <a:latin typeface="Corbel" panose="020B0503020204020204"/>
            </a:rPr>
            <a:t>Standard Operating Procedure</a:t>
          </a:r>
          <a:endParaRPr lang="en-US" sz="3400" kern="1200">
            <a:solidFill>
              <a:schemeClr val="bg1"/>
            </a:solidFill>
          </a:endParaRPr>
        </a:p>
      </dsp:txBody>
      <dsp:txXfrm>
        <a:off x="0" y="1797"/>
        <a:ext cx="6542429" cy="1225785"/>
      </dsp:txXfrm>
    </dsp:sp>
    <dsp:sp modelId="{95002B74-AB38-4603-88B4-E85A87EE093D}">
      <dsp:nvSpPr>
        <dsp:cNvPr id="0" name=""/>
        <dsp:cNvSpPr/>
      </dsp:nvSpPr>
      <dsp:spPr>
        <a:xfrm>
          <a:off x="0" y="1227583"/>
          <a:ext cx="654242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98665C-B962-4802-9FB9-4B181EF9FF85}">
      <dsp:nvSpPr>
        <dsp:cNvPr id="0" name=""/>
        <dsp:cNvSpPr/>
      </dsp:nvSpPr>
      <dsp:spPr>
        <a:xfrm>
          <a:off x="0" y="1227583"/>
          <a:ext cx="6542429" cy="12257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>
              <a:solidFill>
                <a:schemeClr val="bg1"/>
              </a:solidFill>
              <a:latin typeface="Corbel" panose="020B0503020204020204"/>
            </a:rPr>
            <a:t>Automated Forced Stop Procedure</a:t>
          </a:r>
          <a:endParaRPr lang="en-US" sz="3400" b="1" kern="1200">
            <a:solidFill>
              <a:schemeClr val="bg1"/>
            </a:solidFill>
          </a:endParaRPr>
        </a:p>
      </dsp:txBody>
      <dsp:txXfrm>
        <a:off x="0" y="1227583"/>
        <a:ext cx="6542429" cy="1225785"/>
      </dsp:txXfrm>
    </dsp:sp>
    <dsp:sp modelId="{EE444846-F740-45BC-87A6-3A313243ACAF}">
      <dsp:nvSpPr>
        <dsp:cNvPr id="0" name=""/>
        <dsp:cNvSpPr/>
      </dsp:nvSpPr>
      <dsp:spPr>
        <a:xfrm>
          <a:off x="0" y="2453368"/>
          <a:ext cx="654242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8A6312-E3A9-47B3-A29D-6B8DBC7321A7}">
      <dsp:nvSpPr>
        <dsp:cNvPr id="0" name=""/>
        <dsp:cNvSpPr/>
      </dsp:nvSpPr>
      <dsp:spPr>
        <a:xfrm>
          <a:off x="0" y="2453368"/>
          <a:ext cx="6542429" cy="12257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>
              <a:solidFill>
                <a:schemeClr val="bg1"/>
              </a:solidFill>
              <a:latin typeface="Corbel" panose="020B0503020204020204"/>
            </a:rPr>
            <a:t>Sensor Failure Procedure</a:t>
          </a:r>
          <a:endParaRPr lang="en-US" sz="3400" b="1" kern="1200">
            <a:solidFill>
              <a:schemeClr val="bg1"/>
            </a:solidFill>
          </a:endParaRPr>
        </a:p>
      </dsp:txBody>
      <dsp:txXfrm>
        <a:off x="0" y="2453368"/>
        <a:ext cx="6542429" cy="122578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2426F4-43A9-49E8-9DD7-BB7487C30AF0}">
      <dsp:nvSpPr>
        <dsp:cNvPr id="0" name=""/>
        <dsp:cNvSpPr/>
      </dsp:nvSpPr>
      <dsp:spPr>
        <a:xfrm>
          <a:off x="0" y="744"/>
          <a:ext cx="7286286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8AE0BC-4448-4698-97D6-286CAF1EC921}">
      <dsp:nvSpPr>
        <dsp:cNvPr id="0" name=""/>
        <dsp:cNvSpPr/>
      </dsp:nvSpPr>
      <dsp:spPr>
        <a:xfrm>
          <a:off x="0" y="744"/>
          <a:ext cx="7286286" cy="1219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solidFill>
                <a:schemeClr val="bg1"/>
              </a:solidFill>
            </a:rPr>
            <a:t>Complete Rider Acceleration Graphs and SolidWorks Drawings</a:t>
          </a:r>
        </a:p>
      </dsp:txBody>
      <dsp:txXfrm>
        <a:off x="0" y="744"/>
        <a:ext cx="7286286" cy="1219812"/>
      </dsp:txXfrm>
    </dsp:sp>
    <dsp:sp modelId="{95002B74-AB38-4603-88B4-E85A87EE093D}">
      <dsp:nvSpPr>
        <dsp:cNvPr id="0" name=""/>
        <dsp:cNvSpPr/>
      </dsp:nvSpPr>
      <dsp:spPr>
        <a:xfrm>
          <a:off x="0" y="1220556"/>
          <a:ext cx="7286286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98665C-B962-4802-9FB9-4B181EF9FF85}">
      <dsp:nvSpPr>
        <dsp:cNvPr id="0" name=""/>
        <dsp:cNvSpPr/>
      </dsp:nvSpPr>
      <dsp:spPr>
        <a:xfrm>
          <a:off x="0" y="1220556"/>
          <a:ext cx="7286286" cy="1219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solidFill>
                <a:schemeClr val="bg1"/>
              </a:solidFill>
            </a:rPr>
            <a:t>Feb 21: Final Design Review, Theory of Ops, and ASTM F2291 Compliance [REC: Feb 28]</a:t>
          </a:r>
        </a:p>
      </dsp:txBody>
      <dsp:txXfrm>
        <a:off x="0" y="1220556"/>
        <a:ext cx="7286286" cy="1219812"/>
      </dsp:txXfrm>
    </dsp:sp>
    <dsp:sp modelId="{EE444846-F740-45BC-87A6-3A313243ACAF}">
      <dsp:nvSpPr>
        <dsp:cNvPr id="0" name=""/>
        <dsp:cNvSpPr/>
      </dsp:nvSpPr>
      <dsp:spPr>
        <a:xfrm>
          <a:off x="0" y="2440368"/>
          <a:ext cx="7286286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8A6312-E3A9-47B3-A29D-6B8DBC7321A7}">
      <dsp:nvSpPr>
        <dsp:cNvPr id="0" name=""/>
        <dsp:cNvSpPr/>
      </dsp:nvSpPr>
      <dsp:spPr>
        <a:xfrm>
          <a:off x="0" y="2440368"/>
          <a:ext cx="7286286" cy="1219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solidFill>
                <a:schemeClr val="bg1"/>
              </a:solidFill>
            </a:rPr>
            <a:t>Spring Break: March 13 (Friday) to March 22 (Sunday)</a:t>
          </a:r>
        </a:p>
      </dsp:txBody>
      <dsp:txXfrm>
        <a:off x="0" y="2440368"/>
        <a:ext cx="7286286" cy="1219812"/>
      </dsp:txXfrm>
    </dsp:sp>
    <dsp:sp modelId="{FF0E6CFA-610C-4A32-A5C7-D45F51535B9A}">
      <dsp:nvSpPr>
        <dsp:cNvPr id="0" name=""/>
        <dsp:cNvSpPr/>
      </dsp:nvSpPr>
      <dsp:spPr>
        <a:xfrm>
          <a:off x="0" y="3660181"/>
          <a:ext cx="7286286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A5588A-690D-43FD-A6D1-BE2CEACD9FF1}">
      <dsp:nvSpPr>
        <dsp:cNvPr id="0" name=""/>
        <dsp:cNvSpPr/>
      </dsp:nvSpPr>
      <dsp:spPr>
        <a:xfrm>
          <a:off x="0" y="3660181"/>
          <a:ext cx="7286286" cy="1219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solidFill>
                <a:schemeClr val="bg1"/>
              </a:solidFill>
            </a:rPr>
            <a:t>March 22: Final Hand Ins and Bag and Tag [REC: March 29]</a:t>
          </a:r>
        </a:p>
      </dsp:txBody>
      <dsp:txXfrm>
        <a:off x="0" y="3660181"/>
        <a:ext cx="7286286" cy="1219812"/>
      </dsp:txXfrm>
    </dsp:sp>
    <dsp:sp modelId="{19ADBA68-47AF-4EB3-BBDA-1FE8619E4B29}">
      <dsp:nvSpPr>
        <dsp:cNvPr id="0" name=""/>
        <dsp:cNvSpPr/>
      </dsp:nvSpPr>
      <dsp:spPr>
        <a:xfrm>
          <a:off x="0" y="4879993"/>
          <a:ext cx="7286286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465FFD-2197-4BFF-B222-BC768C421FAF}">
      <dsp:nvSpPr>
        <dsp:cNvPr id="0" name=""/>
        <dsp:cNvSpPr/>
      </dsp:nvSpPr>
      <dsp:spPr>
        <a:xfrm>
          <a:off x="0" y="4879993"/>
          <a:ext cx="7286286" cy="1219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solidFill>
                <a:schemeClr val="bg1"/>
              </a:solidFill>
            </a:rPr>
            <a:t>March 28: Poster and Video Theory of Ops [REC: April 4]</a:t>
          </a:r>
        </a:p>
      </dsp:txBody>
      <dsp:txXfrm>
        <a:off x="0" y="4879993"/>
        <a:ext cx="7286286" cy="12198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A4D49-109A-48F1-9C0A-0B23CEC1135E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4F2229-09D7-4680-BA3F-EF5E3B9DB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6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Thank you!</a:t>
            </a:r>
          </a:p>
          <a:p>
            <a:r>
              <a:rPr lang="en-US" sz="3600" dirty="0"/>
              <a:t>Every successful ride begins with one core question: how do we deliver excitement while guaranteeing safety and reliability?</a:t>
            </a:r>
            <a:endParaRPr lang="en-US" sz="3600" dirty="0">
              <a:solidFill>
                <a:srgbClr val="FF0000"/>
              </a:solidFill>
            </a:endParaRPr>
          </a:p>
          <a:p>
            <a:r>
              <a:rPr lang="en-US" sz="3600" dirty="0"/>
              <a:t>Our team set out to design a roller coaster that integrates a chain lift, banked turns, helix geometry, and magnetic braking — all while meeting strict performance and safety constraints.</a:t>
            </a:r>
          </a:p>
          <a:p>
            <a:r>
              <a:rPr lang="en-US" sz="3600" dirty="0"/>
              <a:t>Today, we will walk through how our engineering decisions transformed that challenge into a validated final design.</a:t>
            </a:r>
          </a:p>
          <a:p>
            <a:r>
              <a:rPr lang="en-US" sz="3600" dirty="0">
                <a:solidFill>
                  <a:srgbClr val="FF0000"/>
                </a:solidFill>
              </a:rPr>
              <a:t>Super excited to show you our final design</a:t>
            </a:r>
          </a:p>
          <a:p>
            <a:r>
              <a:rPr lang="en-US" sz="3600" dirty="0">
                <a:solidFill>
                  <a:srgbClr val="FF0000"/>
                </a:solidFill>
              </a:rPr>
              <a:t>There will be Q/A sections after each section</a:t>
            </a:r>
          </a:p>
          <a:p>
            <a:r>
              <a:rPr lang="en-US" sz="3600" dirty="0">
                <a:solidFill>
                  <a:srgbClr val="FF0000"/>
                </a:solidFill>
              </a:rPr>
              <a:t>Numbers at the bottom right corner of each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F2229-09D7-4680-BA3F-EF5E3B9DBA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499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Required to be covered in the </a:t>
            </a:r>
            <a:r>
              <a:rPr lang="en-US"/>
              <a:t>FDR PowerPoint </a:t>
            </a:r>
            <a:r>
              <a:rPr lang="en-US" dirty="0"/>
              <a:t>by REC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F2229-09D7-4680-BA3F-EF5E3B9DBA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50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F2229-09D7-4680-BA3F-EF5E3B9DBA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0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Toucan inspired ride with riders hanging off the sides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F2229-09D7-4680-BA3F-EF5E3B9DBA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01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White in lap bar is shown for contrast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F2229-09D7-4680-BA3F-EF5E3B9DBA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195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B8C6A-EF28-4802-0911-AD76EEA8F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B61D99-834D-8C99-272E-8AFBB1DF5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61A73D-C075-ABE3-8B75-6E31ED6A9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8FE16-2FB2-08FD-382F-EFF3BCC80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F2229-09D7-4680-BA3F-EF5E3B9DBA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45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F2229-09D7-4680-BA3F-EF5E3B9DBA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3936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F2229-09D7-4680-BA3F-EF5E3B9DBA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056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F2229-09D7-4680-BA3F-EF5E3B9DBA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8232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Green: all sections where G forces are calculated normally in regard to the rider</a:t>
            </a:r>
          </a:p>
          <a:p>
            <a:r>
              <a:rPr lang="en-US" dirty="0"/>
              <a:t>Red: sections where G forces are considered Jerks (12.73, -13.02, and 43.78)</a:t>
            </a:r>
          </a:p>
          <a:p>
            <a:r>
              <a:rPr lang="en-US" dirty="0"/>
              <a:t>Jerk: The transition time between accelerations must be at least 0.2 s</a:t>
            </a:r>
          </a:p>
          <a:p>
            <a:r>
              <a:rPr lang="en-US" dirty="0"/>
              <a:t>Total time: 9.77 seconds for track</a:t>
            </a:r>
          </a:p>
          <a:p>
            <a:endParaRPr lang="en-US" dirty="0"/>
          </a:p>
          <a:p>
            <a:r>
              <a:rPr lang="en-US" dirty="0"/>
              <a:t>G force reversals</a:t>
            </a:r>
          </a:p>
          <a:p>
            <a:r>
              <a:rPr lang="en-US" dirty="0"/>
              <a:t>-1.08 G forces and then to positive 2 G limits to how quickly you can reverse those.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F2229-09D7-4680-BA3F-EF5E3B9DBA7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90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Currently we have class 4, we decided to manufacture class 5 restraint due to jerk motions which are not accounted for in the restraint classification</a:t>
            </a:r>
          </a:p>
          <a:p>
            <a:endParaRPr lang="en-US" dirty="0"/>
          </a:p>
          <a:p>
            <a:r>
              <a:rPr lang="en-US" dirty="0"/>
              <a:t>A lot of the times, restraint class is a driving variable in ride design.</a:t>
            </a:r>
          </a:p>
          <a:p>
            <a:r>
              <a:rPr lang="en-US" dirty="0"/>
              <a:t>Guest requirement wasn’t a driving ride restraint. We had the liberty to do a class 5 restraint. If you can get away with a class 4 restraint get away with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F2229-09D7-4680-BA3F-EF5E3B9DBA7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774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2F60B-C644-0F84-7CAA-02D944F64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6A193-7CA5-5906-B2BC-ABA5193C0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59B1C3-69DC-EEE4-4445-D43A1550F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0ECB9-1CC4-E426-655E-B1BC46AEA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F2229-09D7-4680-BA3F-EF5E3B9DBA7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4033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F2229-09D7-4680-BA3F-EF5E3B9DBA7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358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Normal and lateral track deflections:</a:t>
            </a:r>
          </a:p>
          <a:p>
            <a:pPr marL="171450" indent="-171450">
              <a:buFontTx/>
              <a:buChar char="-"/>
            </a:pPr>
            <a:r>
              <a:rPr lang="en-US" dirty="0"/>
              <a:t>Low</a:t>
            </a:r>
          </a:p>
          <a:p>
            <a:pPr marL="171450" indent="-171450">
              <a:buFontTx/>
              <a:buChar char="-"/>
            </a:pPr>
            <a:r>
              <a:rPr lang="en-US" dirty="0"/>
              <a:t>Within allowable limits</a:t>
            </a:r>
          </a:p>
          <a:p>
            <a:pPr marL="171450" indent="-171450">
              <a:buFontTx/>
              <a:buChar char="-"/>
            </a:pPr>
            <a:r>
              <a:rPr lang="en-US" dirty="0"/>
              <a:t>Short spikes (not sustained)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F2229-09D7-4680-BA3F-EF5E3B9DBA7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028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B44FB-31B0-7205-4E36-34BCBA9E3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270C89-5AAD-986F-8773-B50643F227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3AFB53-54DE-08B3-4501-58E6F5F34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624AD-6B84-A8DD-D6D7-6D7225542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F2229-09D7-4680-BA3F-EF5E3B9DBA7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6659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F2229-09D7-4680-BA3F-EF5E3B9DBA7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6855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Left: Deformation</a:t>
            </a:r>
          </a:p>
          <a:p>
            <a:r>
              <a:rPr lang="en-US"/>
              <a:t>Right: percent deformation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F2229-09D7-4680-BA3F-EF5E3B9DBA7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1124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Deformation</a:t>
            </a:r>
          </a:p>
          <a:p>
            <a:r>
              <a:rPr lang="en-US" dirty="0"/>
              <a:t>Right: percent deformation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F2229-09D7-4680-BA3F-EF5E3B9DBA7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923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F2229-09D7-4680-BA3F-EF5E3B9DBA7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3554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E6B80-5FBA-1E9C-6C15-BE773F33B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11F880-09A0-C11A-B38A-DE1FBB490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30999A-475F-A0D2-CC4C-2E2074726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61C0D-C1EC-ECFE-E837-3612086B8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F2229-09D7-4680-BA3F-EF5E3B9DBA7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762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1CED9-75E0-DEF0-28A4-D03CC0B7F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5AD1D-99EC-86C8-85EC-432B1924D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2619B2-E149-7C6B-32AF-9E22B9248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Maintenance (10 events per year) and emergency stop (5 events per year)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79C57-7677-EE24-C6D6-360201458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F2229-09D7-4680-BA3F-EF5E3B9DBA7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8850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F2229-09D7-4680-BA3F-EF5E3B9DBA7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0396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F2229-09D7-4680-BA3F-EF5E3B9DBA7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6516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F2229-09D7-4680-BA3F-EF5E3B9DBA7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30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solidFill>
                  <a:schemeClr val="bg1"/>
                </a:solidFill>
                <a:effectLst/>
                <a:latin typeface="Calisto MT" panose="0204060305050503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bg1"/>
                </a:solidFill>
                <a:latin typeface="Calisto MT" panose="0204060305050503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BBA7-08F1-42C5-A2EC-F117624ADD58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9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Calisto MT" panose="0204060305050503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defRPr>
                <a:solidFill>
                  <a:schemeClr val="bg1"/>
                </a:solidFill>
                <a:latin typeface="Calisto MT" panose="02040603050505030304" pitchFamily="18" charset="0"/>
              </a:defRPr>
            </a:lvl1pPr>
            <a:lvl2pPr>
              <a:defRPr>
                <a:solidFill>
                  <a:schemeClr val="bg1"/>
                </a:solidFill>
                <a:latin typeface="Calisto MT" panose="02040603050505030304" pitchFamily="18" charset="0"/>
              </a:defRPr>
            </a:lvl2pPr>
            <a:lvl3pPr>
              <a:defRPr>
                <a:solidFill>
                  <a:schemeClr val="bg1"/>
                </a:solidFill>
                <a:latin typeface="Calisto MT" panose="02040603050505030304" pitchFamily="18" charset="0"/>
              </a:defRPr>
            </a:lvl3pPr>
            <a:lvl4pPr>
              <a:defRPr>
                <a:solidFill>
                  <a:schemeClr val="bg1"/>
                </a:solidFill>
                <a:latin typeface="Calisto MT" panose="02040603050505030304" pitchFamily="18" charset="0"/>
              </a:defRPr>
            </a:lvl4pPr>
            <a:lvl5pPr>
              <a:defRPr>
                <a:solidFill>
                  <a:schemeClr val="bg1"/>
                </a:solidFill>
                <a:latin typeface="Calisto MT" panose="0204060305050503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E3EE0-3F9D-4D96-837D-FC66A5FF0DBE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18965" y="6492875"/>
            <a:ext cx="551167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1024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6CC36-068A-4217-9D98-8FB36BAD502F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64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2C687-4120-4C3F-BA10-591124B08381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668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BE482-61C6-4A4A-8D84-9A2707C99BC3}" type="datetime1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781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C68B0-4F3A-4ECC-BB8C-3FA84D59DD78}" type="datetime1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424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5352-D4FD-4062-8BF5-0674178A0EA2}" type="datetime1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746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09BDC-6E9A-44AB-8B9E-2C9655585B91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363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9AC8F-FE60-4783-9256-5BAA85697C91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4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7719-BBF3-4F7B-B2D0-DF015E59D195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1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6BB24-908C-4674-85C3-6EB92E4CEEEE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584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4F7A4-ABCF-4B60-81EB-883CB9037117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98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6A79-7065-45A1-AB35-75CA2E85382D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579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3284E-44CF-4FAF-997C-1CD8FB1C1DED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0633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8C08-43BB-456B-BD8D-6123E9E08C53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1309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BC80-DE2A-43E5-A0DC-5887C8D05329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3119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54839-CB1F-4E8E-A693-22B08188C45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63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0CD7E34-93F5-4CF5-A28E-4A793B61A09A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40833" y="6449803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898E74F-1D78-E83E-092D-FBDF1CBF9843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375" y="-184150"/>
            <a:ext cx="3752850" cy="250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940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ixabay.com/en/thank-you-paper-message-note-391055/" TargetMode="External"/><Relationship Id="rId4" Type="http://schemas.openxmlformats.org/officeDocument/2006/relationships/image" Target="../media/image3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93667F4D-F2CD-4E50-BACC-24766910F7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382913" y="0"/>
            <a:ext cx="1122363" cy="5329238"/>
          </a:xfrm>
          <a:custGeom>
            <a:avLst/>
            <a:gdLst/>
            <a:ahLst/>
            <a:cxnLst/>
            <a:rect l="0" t="0" r="r" b="b"/>
            <a:pathLst>
              <a:path w="707" h="3357">
                <a:moveTo>
                  <a:pt x="0" y="3330"/>
                </a:moveTo>
                <a:lnTo>
                  <a:pt x="156" y="3357"/>
                </a:lnTo>
                <a:lnTo>
                  <a:pt x="707" y="0"/>
                </a:lnTo>
                <a:lnTo>
                  <a:pt x="547" y="0"/>
                </a:lnTo>
                <a:lnTo>
                  <a:pt x="0" y="333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Freeform 7">
            <a:extLst>
              <a:ext uri="{FF2B5EF4-FFF2-40B4-BE49-F238E27FC236}">
                <a16:creationId xmlns:a16="http://schemas.microsoft.com/office/drawing/2014/main" id="{20CAAE25-D2F2-493F-9569-EC552C1AD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76525" y="0"/>
            <a:ext cx="1117600" cy="5276850"/>
          </a:xfrm>
          <a:custGeom>
            <a:avLst/>
            <a:gdLst/>
            <a:ahLst/>
            <a:cxnLst/>
            <a:rect l="0" t="0" r="r" b="b"/>
            <a:pathLst>
              <a:path w="704" h="3324">
                <a:moveTo>
                  <a:pt x="704" y="0"/>
                </a:moveTo>
                <a:lnTo>
                  <a:pt x="545" y="0"/>
                </a:lnTo>
                <a:lnTo>
                  <a:pt x="0" y="3300"/>
                </a:lnTo>
                <a:lnTo>
                  <a:pt x="157" y="3324"/>
                </a:lnTo>
                <a:lnTo>
                  <a:pt x="7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Freeform 10">
            <a:extLst>
              <a:ext uri="{FF2B5EF4-FFF2-40B4-BE49-F238E27FC236}">
                <a16:creationId xmlns:a16="http://schemas.microsoft.com/office/drawing/2014/main" id="{92FDEA97-0861-44C0-9B26-4BB5F777A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382913" y="5286375"/>
            <a:ext cx="2130425" cy="1571625"/>
          </a:xfrm>
          <a:custGeom>
            <a:avLst/>
            <a:gdLst/>
            <a:ahLst/>
            <a:cxnLst/>
            <a:rect l="0" t="0" r="r" b="b"/>
            <a:pathLst>
              <a:path w="1342" h="990">
                <a:moveTo>
                  <a:pt x="0" y="3"/>
                </a:moveTo>
                <a:lnTo>
                  <a:pt x="942" y="990"/>
                </a:lnTo>
                <a:lnTo>
                  <a:pt x="1342" y="990"/>
                </a:lnTo>
                <a:lnTo>
                  <a:pt x="156" y="27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chemeClr val="tx2">
              <a:lumMod val="25000"/>
              <a:alpha val="8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FC953F9-A744-406B-9DCA-1E7B5D471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76525" y="5238750"/>
            <a:ext cx="1695450" cy="1619250"/>
          </a:xfrm>
          <a:custGeom>
            <a:avLst/>
            <a:gdLst>
              <a:gd name="connsiteX0" fmla="*/ 0 w 1695450"/>
              <a:gd name="connsiteY0" fmla="*/ 0 h 1619250"/>
              <a:gd name="connsiteX1" fmla="*/ 10414 w 1695450"/>
              <a:gd name="connsiteY1" fmla="*/ 1623 h 1619250"/>
              <a:gd name="connsiteX2" fmla="*/ 9236 w 1695450"/>
              <a:gd name="connsiteY2" fmla="*/ 0 h 1619250"/>
              <a:gd name="connsiteX3" fmla="*/ 10475 w 1695450"/>
              <a:gd name="connsiteY3" fmla="*/ 1633 h 1619250"/>
              <a:gd name="connsiteX4" fmla="*/ 244475 w 1695450"/>
              <a:gd name="connsiteY4" fmla="*/ 38100 h 1619250"/>
              <a:gd name="connsiteX5" fmla="*/ 249238 w 1695450"/>
              <a:gd name="connsiteY5" fmla="*/ 38100 h 1619250"/>
              <a:gd name="connsiteX6" fmla="*/ 249238 w 1695450"/>
              <a:gd name="connsiteY6" fmla="*/ 42863 h 1619250"/>
              <a:gd name="connsiteX7" fmla="*/ 244475 w 1695450"/>
              <a:gd name="connsiteY7" fmla="*/ 42863 h 1619250"/>
              <a:gd name="connsiteX8" fmla="*/ 292100 w 1695450"/>
              <a:gd name="connsiteY8" fmla="*/ 95250 h 1619250"/>
              <a:gd name="connsiteX9" fmla="*/ 1695450 w 1695450"/>
              <a:gd name="connsiteY9" fmla="*/ 1619250 h 1619250"/>
              <a:gd name="connsiteX10" fmla="*/ 1237961 w 1695450"/>
              <a:gd name="connsiteY10" fmla="*/ 1619250 h 1619250"/>
              <a:gd name="connsiteX11" fmla="*/ 1228725 w 1695450"/>
              <a:gd name="connsiteY11" fmla="*/ 1619250 h 1619250"/>
              <a:gd name="connsiteX12" fmla="*/ 1183986 w 1695450"/>
              <a:gd name="connsiteY12" fmla="*/ 1619250 h 1619250"/>
              <a:gd name="connsiteX13" fmla="*/ 210255 w 1695450"/>
              <a:gd name="connsiteY13" fmla="*/ 277080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695450" h="1619250">
                <a:moveTo>
                  <a:pt x="0" y="0"/>
                </a:moveTo>
                <a:lnTo>
                  <a:pt x="10414" y="1623"/>
                </a:lnTo>
                <a:lnTo>
                  <a:pt x="9236" y="0"/>
                </a:lnTo>
                <a:lnTo>
                  <a:pt x="10475" y="1633"/>
                </a:lnTo>
                <a:lnTo>
                  <a:pt x="244475" y="38100"/>
                </a:lnTo>
                <a:lnTo>
                  <a:pt x="249238" y="38100"/>
                </a:lnTo>
                <a:lnTo>
                  <a:pt x="249238" y="42863"/>
                </a:lnTo>
                <a:lnTo>
                  <a:pt x="244475" y="42863"/>
                </a:lnTo>
                <a:lnTo>
                  <a:pt x="292100" y="95250"/>
                </a:lnTo>
                <a:lnTo>
                  <a:pt x="1695450" y="1619250"/>
                </a:lnTo>
                <a:lnTo>
                  <a:pt x="1237961" y="1619250"/>
                </a:lnTo>
                <a:lnTo>
                  <a:pt x="1228725" y="1619250"/>
                </a:lnTo>
                <a:lnTo>
                  <a:pt x="1183986" y="1619250"/>
                </a:lnTo>
                <a:lnTo>
                  <a:pt x="210255" y="277080"/>
                </a:lnTo>
                <a:close/>
              </a:path>
            </a:pathLst>
          </a:cu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859003D2-E7D2-4253-9EF1-1F513027A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8143384" cy="6858000"/>
          </a:xfrm>
          <a:custGeom>
            <a:avLst/>
            <a:gdLst>
              <a:gd name="connsiteX0" fmla="*/ 0 w 8143384"/>
              <a:gd name="connsiteY0" fmla="*/ 0 h 6858001"/>
              <a:gd name="connsiteX1" fmla="*/ 3861881 w 8143384"/>
              <a:gd name="connsiteY1" fmla="*/ 0 h 6858001"/>
              <a:gd name="connsiteX2" fmla="*/ 3861881 w 8143384"/>
              <a:gd name="connsiteY2" fmla="*/ 1 h 6858001"/>
              <a:gd name="connsiteX3" fmla="*/ 6963565 w 8143384"/>
              <a:gd name="connsiteY3" fmla="*/ 1 h 6858001"/>
              <a:gd name="connsiteX4" fmla="*/ 6963565 w 8143384"/>
              <a:gd name="connsiteY4" fmla="*/ 0 h 6858001"/>
              <a:gd name="connsiteX5" fmla="*/ 7841583 w 8143384"/>
              <a:gd name="connsiteY5" fmla="*/ 0 h 6858001"/>
              <a:gd name="connsiteX6" fmla="*/ 6994625 w 8143384"/>
              <a:gd name="connsiteY6" fmla="*/ 5258645 h 6858001"/>
              <a:gd name="connsiteX7" fmla="*/ 6994625 w 8143384"/>
              <a:gd name="connsiteY7" fmla="*/ 5263939 h 6858001"/>
              <a:gd name="connsiteX8" fmla="*/ 8143384 w 8143384"/>
              <a:gd name="connsiteY8" fmla="*/ 6858001 h 6858001"/>
              <a:gd name="connsiteX9" fmla="*/ 6994625 w 8143384"/>
              <a:gd name="connsiteY9" fmla="*/ 6858001 h 6858001"/>
              <a:gd name="connsiteX10" fmla="*/ 6643195 w 8143384"/>
              <a:gd name="connsiteY10" fmla="*/ 6858001 h 6858001"/>
              <a:gd name="connsiteX11" fmla="*/ 3861881 w 8143384"/>
              <a:gd name="connsiteY11" fmla="*/ 6858001 h 6858001"/>
              <a:gd name="connsiteX12" fmla="*/ 3739675 w 8143384"/>
              <a:gd name="connsiteY12" fmla="*/ 6858001 h 6858001"/>
              <a:gd name="connsiteX13" fmla="*/ 0 w 8143384"/>
              <a:gd name="connsiteY1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43384" h="6858001">
                <a:moveTo>
                  <a:pt x="0" y="0"/>
                </a:moveTo>
                <a:lnTo>
                  <a:pt x="3861881" y="0"/>
                </a:lnTo>
                <a:lnTo>
                  <a:pt x="3861881" y="1"/>
                </a:lnTo>
                <a:lnTo>
                  <a:pt x="6963565" y="1"/>
                </a:lnTo>
                <a:lnTo>
                  <a:pt x="6963565" y="0"/>
                </a:lnTo>
                <a:lnTo>
                  <a:pt x="7841583" y="0"/>
                </a:lnTo>
                <a:lnTo>
                  <a:pt x="6994625" y="5258645"/>
                </a:lnTo>
                <a:lnTo>
                  <a:pt x="6994625" y="5263939"/>
                </a:lnTo>
                <a:lnTo>
                  <a:pt x="8143384" y="6858001"/>
                </a:lnTo>
                <a:lnTo>
                  <a:pt x="6994625" y="6858001"/>
                </a:lnTo>
                <a:lnTo>
                  <a:pt x="6643195" y="6858001"/>
                </a:lnTo>
                <a:lnTo>
                  <a:pt x="3861881" y="6858001"/>
                </a:lnTo>
                <a:lnTo>
                  <a:pt x="3739675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>
              <a:lumMod val="75000"/>
              <a:lumOff val="2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B9B80-AEF8-F32C-81A0-C2079E74B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00513" y="906406"/>
            <a:ext cx="3237423" cy="45952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200">
                <a:solidFill>
                  <a:schemeClr val="tx1"/>
                </a:solidFill>
              </a:rPr>
              <a:t>Ride Engineering Competition</a:t>
            </a:r>
          </a:p>
          <a:p>
            <a:pPr algn="l"/>
            <a:endParaRPr lang="en-US" sz="3200">
              <a:solidFill>
                <a:schemeClr val="tx1"/>
              </a:solidFill>
            </a:endParaRPr>
          </a:p>
          <a:p>
            <a:pPr algn="l"/>
            <a:endParaRPr lang="en-US" sz="3200">
              <a:solidFill>
                <a:schemeClr val="tx1"/>
              </a:solidFill>
            </a:endParaRPr>
          </a:p>
          <a:p>
            <a:pPr algn="l"/>
            <a:r>
              <a:rPr lang="en-US" sz="3200">
                <a:solidFill>
                  <a:schemeClr val="tx1"/>
                </a:solidFill>
              </a:rPr>
              <a:t>Final Design Review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5F4191-B3F1-090A-922B-A6F5A85FD1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7668" y="1356311"/>
            <a:ext cx="9751006" cy="650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4332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32D1D-4A1A-E998-0224-842A4B2ED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180" y="60158"/>
            <a:ext cx="10018713" cy="1752599"/>
          </a:xfrm>
        </p:spPr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703AD-931F-B9FE-488C-0AF75627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D42C5E-C274-80BB-C2FC-38E091E090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9133615"/>
              </p:ext>
            </p:extLst>
          </p:nvPr>
        </p:nvGraphicFramePr>
        <p:xfrm>
          <a:off x="3181350" y="1387475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08857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CC741-70A6-90B1-BAB5-A9B18EB1C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Process of Ride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EB9E16E8-937B-3B8A-8089-19501BABDF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8751191"/>
              </p:ext>
            </p:extLst>
          </p:nvPr>
        </p:nvGraphicFramePr>
        <p:xfrm>
          <a:off x="1484310" y="2666999"/>
          <a:ext cx="10018713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8FB84-E6BB-6B21-9612-2EFE6423C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875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9B60B-1405-AF81-16B0-8CC12B8E9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Competition Constraints</a:t>
            </a:r>
          </a:p>
        </p:txBody>
      </p:sp>
      <p:pic>
        <p:nvPicPr>
          <p:cNvPr id="8" name="Content Placeholder 7" descr="The image depicts a rectangular, transparent acrylic box measuring 250mm in height and 700mm in width.&#10;&#10;AI-generated content may be incorrect.">
            <a:extLst>
              <a:ext uri="{FF2B5EF4-FFF2-40B4-BE49-F238E27FC236}">
                <a16:creationId xmlns:a16="http://schemas.microsoft.com/office/drawing/2014/main" id="{FCDFFCDD-1153-C7EB-DCAB-043271CF81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33714" y="1998812"/>
            <a:ext cx="3973975" cy="400695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B03D6-12AE-A021-1699-A356742A4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Picture 5" descr="The image depicts a transparent acrylic box measuring 900mm in height and 750mm in width, with a scale model of a wind turbine inside, featuring a rotating blue arrow and a digital measurement tool on the side.&#10;&#10;AI-generated content may be incorrect.">
            <a:extLst>
              <a:ext uri="{FF2B5EF4-FFF2-40B4-BE49-F238E27FC236}">
                <a16:creationId xmlns:a16="http://schemas.microsoft.com/office/drawing/2014/main" id="{78D2FD71-B846-DE0C-A2E8-CC8FDB447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257" y="1998812"/>
            <a:ext cx="4429743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719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01F4B-9ADA-A1F1-F6D2-15A83BBCA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214" y="-199880"/>
            <a:ext cx="10018713" cy="1752599"/>
          </a:xfrm>
        </p:spPr>
        <p:txBody>
          <a:bodyPr/>
          <a:lstStyle/>
          <a:p>
            <a:r>
              <a:rPr lang="en-US"/>
              <a:t>FVD++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FEE78-1941-D208-990E-E6E9CA26D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Content Placeholder 4" descr="A graph with lines drawn on it&#10;&#10;AI-generated content may be incorrect.">
            <a:extLst>
              <a:ext uri="{FF2B5EF4-FFF2-40B4-BE49-F238E27FC236}">
                <a16:creationId xmlns:a16="http://schemas.microsoft.com/office/drawing/2014/main" id="{7F7DED2C-4BEB-0E23-8A68-EC7F23F797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881" y="1066800"/>
            <a:ext cx="9284809" cy="564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201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F8C55-0D17-411C-7DE2-383FEBD99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566" y="-5340"/>
            <a:ext cx="12189257" cy="875146"/>
          </a:xfrm>
        </p:spPr>
        <p:txBody>
          <a:bodyPr/>
          <a:lstStyle/>
          <a:p>
            <a:r>
              <a:rPr lang="en-US"/>
              <a:t>SolidWorks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0964C-0315-F447-3414-56C9ABE5B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CADC11-1742-180A-7FA0-32E2C8E6B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128" y="860566"/>
            <a:ext cx="7288959" cy="581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055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CEB5E-48C6-DA0D-5062-50F216925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D6B09-BAD9-2CC8-0AA3-F514E0119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" y="1385"/>
            <a:ext cx="12166166" cy="898235"/>
          </a:xfrm>
        </p:spPr>
        <p:txBody>
          <a:bodyPr/>
          <a:lstStyle/>
          <a:p>
            <a:r>
              <a:rPr lang="en-US"/>
              <a:t>Modifications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EEE55-77CE-4775-133E-FBDEDA6A9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1864" y="5059031"/>
            <a:ext cx="3399141" cy="113838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Ratcheting Lap Bar Mechanism (White color for contrast)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3E194-0FF5-3173-D580-2C1810C29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7" name="Picture 6" descr="The image shows a mechanical part with a green cover and a visible spring mechanism.&#10;&#10;AI-generated content may be incorrect.">
            <a:extLst>
              <a:ext uri="{FF2B5EF4-FFF2-40B4-BE49-F238E27FC236}">
                <a16:creationId xmlns:a16="http://schemas.microsoft.com/office/drawing/2014/main" id="{EB3BE5F4-A348-2662-140F-CAAE4C121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595" y="1318001"/>
            <a:ext cx="3407188" cy="373636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DA27AEA-B93B-CD86-4FA8-7F519C36042A}"/>
              </a:ext>
            </a:extLst>
          </p:cNvPr>
          <p:cNvSpPr txBox="1">
            <a:spLocks/>
          </p:cNvSpPr>
          <p:nvPr/>
        </p:nvSpPr>
        <p:spPr>
          <a:xfrm>
            <a:off x="1004665" y="5053580"/>
            <a:ext cx="5559038" cy="792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bg1"/>
                </a:solidFill>
                <a:effectLst/>
                <a:latin typeface="Calisto MT" panose="02040603050505030304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bg1"/>
                </a:solidFill>
                <a:effectLst/>
                <a:latin typeface="Calisto MT" panose="02040603050505030304" pitchFamily="18" charset="0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bg1"/>
                </a:solidFill>
                <a:effectLst/>
                <a:latin typeface="Calisto MT" panose="02040603050505030304" pitchFamily="18" charset="0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bg1"/>
                </a:solidFill>
                <a:effectLst/>
                <a:latin typeface="Calisto MT" panose="02040603050505030304" pitchFamily="18" charset="0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bg1"/>
                </a:solidFill>
                <a:effectLst/>
                <a:latin typeface="Calisto MT" panose="02040603050505030304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Arial" panose="020B0604020202020204" pitchFamily="34" charset="0"/>
              <a:buChar char="•"/>
            </a:pPr>
            <a:r>
              <a:rPr lang="en-US">
                <a:latin typeface="Calisto MT"/>
              </a:rPr>
              <a:t>Support Bases: </a:t>
            </a:r>
            <a:r>
              <a:rPr lang="en-US" err="1">
                <a:latin typeface="Calisto MT"/>
              </a:rPr>
              <a:t>Quikrete</a:t>
            </a:r>
            <a:r>
              <a:rPr lang="en-US">
                <a:latin typeface="Calisto MT"/>
              </a:rPr>
              <a:t> </a:t>
            </a:r>
            <a:r>
              <a:rPr lang="en-US">
                <a:latin typeface="Calisto MT"/>
                <a:sym typeface="Wingdings" panose="05000000000000000000" pitchFamily="2" charset="2"/>
              </a:rPr>
              <a:t> Wood</a:t>
            </a:r>
            <a:endParaRPr lang="en-US">
              <a:latin typeface="Calisto MT"/>
            </a:endParaRPr>
          </a:p>
        </p:txBody>
      </p:sp>
      <p:pic>
        <p:nvPicPr>
          <p:cNvPr id="11" name="Picture 10" descr="The image depicts a simple, solid, brown cube with a small, circular hole in the center.&#10;&#10;AI-generated content may be incorrect.">
            <a:extLst>
              <a:ext uri="{FF2B5EF4-FFF2-40B4-BE49-F238E27FC236}">
                <a16:creationId xmlns:a16="http://schemas.microsoft.com/office/drawing/2014/main" id="{AF924F1D-4114-883E-D36D-9837001E8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307" y="1317646"/>
            <a:ext cx="5561517" cy="373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651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D7CCF-26CF-880F-0363-36C8C0BD1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6CA05-FFA3-EE23-B82D-4543BD4E8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" y="1385"/>
            <a:ext cx="12166166" cy="1175327"/>
          </a:xfrm>
        </p:spPr>
        <p:txBody>
          <a:bodyPr/>
          <a:lstStyle/>
          <a:p>
            <a:r>
              <a:rPr lang="en-US"/>
              <a:t>Modifications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3EABD-8199-441F-CD39-052F21522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BAFEEAC-77BA-F954-4A0B-7950CE2B46AA}"/>
              </a:ext>
            </a:extLst>
          </p:cNvPr>
          <p:cNvSpPr txBox="1">
            <a:spLocks/>
          </p:cNvSpPr>
          <p:nvPr/>
        </p:nvSpPr>
        <p:spPr>
          <a:xfrm>
            <a:off x="3320763" y="5676667"/>
            <a:ext cx="5536156" cy="8266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bg1"/>
                </a:solidFill>
                <a:effectLst/>
                <a:latin typeface="Calisto MT" panose="02040603050505030304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bg1"/>
                </a:solidFill>
                <a:effectLst/>
                <a:latin typeface="Calisto MT" panose="02040603050505030304" pitchFamily="18" charset="0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bg1"/>
                </a:solidFill>
                <a:effectLst/>
                <a:latin typeface="Calisto MT" panose="02040603050505030304" pitchFamily="18" charset="0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bg1"/>
                </a:solidFill>
                <a:effectLst/>
                <a:latin typeface="Calisto MT" panose="02040603050505030304" pitchFamily="18" charset="0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bg1"/>
                </a:solidFill>
                <a:effectLst/>
                <a:latin typeface="Calisto MT" panose="02040603050505030304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Arial" panose="020B0604020202020204" pitchFamily="34" charset="0"/>
              <a:buChar char="•"/>
            </a:pPr>
            <a:r>
              <a:rPr lang="en-US"/>
              <a:t>Realistic Design for Frame</a:t>
            </a:r>
          </a:p>
        </p:txBody>
      </p:sp>
      <p:pic>
        <p:nvPicPr>
          <p:cNvPr id="10" name="Picture 9" descr="The image depicts a three-sectioned, rectangular, brown plastic storage container with a smooth, flat top.&#10;&#10;AI-generated content may be incorrect.">
            <a:extLst>
              <a:ext uri="{FF2B5EF4-FFF2-40B4-BE49-F238E27FC236}">
                <a16:creationId xmlns:a16="http://schemas.microsoft.com/office/drawing/2014/main" id="{9ECC6ABE-C767-844D-1D54-BB71CE790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440" y="1175004"/>
            <a:ext cx="5532805" cy="450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340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AE393-734F-EDF4-53DF-4C964109C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368" y="2552700"/>
            <a:ext cx="10018713" cy="1752599"/>
          </a:xfrm>
        </p:spPr>
        <p:txBody>
          <a:bodyPr>
            <a:normAutofit/>
          </a:bodyPr>
          <a:lstStyle/>
          <a:p>
            <a:r>
              <a:rPr lang="en-US" sz="8000"/>
              <a:t>Q/A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92A7E-5CCC-2382-CBF0-E9A12F82B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526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6B7B5-FA60-3732-181E-E13FF787D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052" y="4618"/>
            <a:ext cx="12200803" cy="1059872"/>
          </a:xfrm>
        </p:spPr>
        <p:txBody>
          <a:bodyPr/>
          <a:lstStyle/>
          <a:p>
            <a:r>
              <a:rPr lang="en-US"/>
              <a:t>Theory of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DC84-5144-9E1B-5FA9-36AC17E96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6128" y="1062181"/>
            <a:ext cx="8298441" cy="4301837"/>
          </a:xfrm>
        </p:spPr>
        <p:txBody>
          <a:bodyPr/>
          <a:lstStyle/>
          <a:p>
            <a:r>
              <a:rPr lang="en-US" sz="3600">
                <a:latin typeface="Calisto MT"/>
              </a:rPr>
              <a:t>Ride System Overview</a:t>
            </a:r>
          </a:p>
          <a:p>
            <a:r>
              <a:rPr lang="en-US" sz="3600">
                <a:latin typeface="Calisto MT"/>
              </a:rPr>
              <a:t>Mechanical Subsystems</a:t>
            </a:r>
          </a:p>
          <a:p>
            <a:r>
              <a:rPr lang="en-US" sz="3600">
                <a:latin typeface="Calisto MT"/>
              </a:rPr>
              <a:t>Sensor System</a:t>
            </a:r>
          </a:p>
          <a:p>
            <a:r>
              <a:rPr lang="en-US" sz="3600">
                <a:latin typeface="Calisto MT"/>
              </a:rPr>
              <a:t>Control Architecture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8C47B-DD9A-560E-D9C1-C651F5073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736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B8E08-CB45-788C-3DB7-57D63AB8B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70131" cy="987552"/>
          </a:xfrm>
        </p:spPr>
        <p:txBody>
          <a:bodyPr/>
          <a:lstStyle/>
          <a:p>
            <a:r>
              <a:rPr lang="en-US"/>
              <a:t>Ride System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E8DED-BA16-4198-6593-F6D5A4C7A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Picture 5" descr="The image depicts a schematic layout of a mechanical system, featuring a central pipe with multiple branches, a control panel, and a red button, all on a red background.&#10;&#10;AI-generated content may be incorrect.">
            <a:extLst>
              <a:ext uri="{FF2B5EF4-FFF2-40B4-BE49-F238E27FC236}">
                <a16:creationId xmlns:a16="http://schemas.microsoft.com/office/drawing/2014/main" id="{C1994DA6-8C3E-0D7F-C09B-952E72AFF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564" y="993053"/>
            <a:ext cx="7410416" cy="492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267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644AB9-8571-7356-92C8-C3DA6BCF83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1" y="995462"/>
                <a:ext cx="4616676" cy="48670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Ride Vehicle</a:t>
                </a:r>
              </a:p>
              <a:p>
                <a:pPr lvl="1"/>
                <a:r>
                  <a:rPr lang="en-US" dirty="0"/>
                  <a:t>2 cars</a:t>
                </a:r>
              </a:p>
              <a:p>
                <a:pPr lvl="1"/>
                <a:r>
                  <a:rPr lang="en-US" dirty="0"/>
                  <a:t>4 people per car</a:t>
                </a:r>
              </a:p>
              <a:p>
                <a:pPr lvl="1"/>
                <a:r>
                  <a:rPr lang="en-US" dirty="0"/>
                  <a:t>Locking and latching restraints</a:t>
                </a:r>
              </a:p>
              <a:p>
                <a:r>
                  <a:rPr lang="en-US" dirty="0"/>
                  <a:t>Station</a:t>
                </a:r>
              </a:p>
              <a:p>
                <a:pPr lvl="1"/>
                <a:r>
                  <a:rPr lang="en-US" dirty="0"/>
                  <a:t>Servo-motor driven ride gates</a:t>
                </a:r>
              </a:p>
              <a:p>
                <a:pPr lvl="1"/>
                <a:r>
                  <a:rPr lang="en-US" dirty="0"/>
                  <a:t>Friction wheels</a:t>
                </a:r>
              </a:p>
              <a:p>
                <a:r>
                  <a:rPr lang="en-US" dirty="0"/>
                  <a:t>Lift hill</a:t>
                </a:r>
              </a:p>
              <a:p>
                <a:pPr lvl="1"/>
                <a:r>
                  <a:rPr lang="en-US" dirty="0"/>
                  <a:t>90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/>
                  <a:t> Vertical Lift Hill </a:t>
                </a:r>
              </a:p>
              <a:p>
                <a:pPr lvl="1"/>
                <a:r>
                  <a:rPr lang="en-US" dirty="0"/>
                  <a:t>Chain-Driven</a:t>
                </a:r>
              </a:p>
              <a:p>
                <a:pPr lvl="1"/>
                <a:r>
                  <a:rPr lang="en-US" dirty="0"/>
                  <a:t>Servo Motor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644AB9-8571-7356-92C8-C3DA6BCF83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1" y="995462"/>
                <a:ext cx="4616676" cy="4867075"/>
              </a:xfrm>
              <a:blipFill>
                <a:blip r:embed="rId3"/>
                <a:stretch>
                  <a:fillRect l="-3298" t="-2378" b="-1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916BC-7FD0-1159-662B-8539F576A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E06058-8859-EDA6-8D68-8B207919B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70131" cy="987552"/>
          </a:xfrm>
        </p:spPr>
        <p:txBody>
          <a:bodyPr/>
          <a:lstStyle/>
          <a:p>
            <a:r>
              <a:rPr lang="en-US"/>
              <a:t>Mechanical Subsystems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F31600A-BD31-F8E0-31CA-DC9EC251762A}"/>
              </a:ext>
            </a:extLst>
          </p:cNvPr>
          <p:cNvSpPr txBox="1">
            <a:spLocks/>
          </p:cNvSpPr>
          <p:nvPr/>
        </p:nvSpPr>
        <p:spPr>
          <a:xfrm>
            <a:off x="6100987" y="995463"/>
            <a:ext cx="5793643" cy="4867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bg1"/>
                </a:solidFill>
                <a:effectLst/>
                <a:latin typeface="Calisto MT" panose="02040603050505030304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bg1"/>
                </a:solidFill>
                <a:effectLst/>
                <a:latin typeface="Calisto MT" panose="02040603050505030304" pitchFamily="18" charset="0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bg1"/>
                </a:solidFill>
                <a:effectLst/>
                <a:latin typeface="Calisto MT" panose="02040603050505030304" pitchFamily="18" charset="0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bg1"/>
                </a:solidFill>
                <a:effectLst/>
                <a:latin typeface="Calisto MT" panose="02040603050505030304" pitchFamily="18" charset="0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bg1"/>
                </a:solidFill>
                <a:effectLst/>
                <a:latin typeface="Calisto MT" panose="02040603050505030304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Helix</a:t>
            </a:r>
          </a:p>
          <a:p>
            <a:pPr lvl="1"/>
            <a:r>
              <a:rPr lang="en-US" dirty="0"/>
              <a:t>Volcano</a:t>
            </a:r>
          </a:p>
          <a:p>
            <a:pPr lvl="1"/>
            <a:r>
              <a:rPr lang="en-US" dirty="0"/>
              <a:t>Fog Machine</a:t>
            </a:r>
          </a:p>
          <a:p>
            <a:pPr lvl="1"/>
            <a:r>
              <a:rPr lang="en-US" dirty="0"/>
              <a:t>Music</a:t>
            </a:r>
          </a:p>
          <a:p>
            <a:r>
              <a:rPr lang="en-US" dirty="0"/>
              <a:t>45 Degree Banked Turn</a:t>
            </a:r>
          </a:p>
          <a:p>
            <a:pPr lvl="1"/>
            <a:r>
              <a:rPr lang="en-US" dirty="0"/>
              <a:t>Thrill</a:t>
            </a:r>
          </a:p>
          <a:p>
            <a:r>
              <a:rPr lang="en-US" dirty="0"/>
              <a:t>Magnetic Braking Section</a:t>
            </a:r>
          </a:p>
          <a:p>
            <a:pPr lvl="1"/>
            <a:r>
              <a:rPr lang="en-US" dirty="0"/>
              <a:t>Neodymium magnets</a:t>
            </a:r>
          </a:p>
          <a:p>
            <a:pPr>
              <a:buClr>
                <a:srgbClr val="8D1515"/>
              </a:buClr>
            </a:pPr>
            <a:r>
              <a:rPr lang="en-US" dirty="0">
                <a:latin typeface="Calisto MT"/>
              </a:rPr>
              <a:t>Break Beam Infrared Sensors</a:t>
            </a:r>
          </a:p>
          <a:p>
            <a:pPr lvl="1">
              <a:buClr>
                <a:srgbClr val="8D1515"/>
              </a:buClr>
            </a:pPr>
            <a:r>
              <a:rPr lang="en-US" dirty="0"/>
              <a:t>Time</a:t>
            </a:r>
          </a:p>
          <a:p>
            <a:pPr lvl="1">
              <a:buClr>
                <a:srgbClr val="8D1515"/>
              </a:buClr>
            </a:pPr>
            <a:r>
              <a:rPr lang="en-US" dirty="0"/>
              <a:t>Speed</a:t>
            </a:r>
          </a:p>
        </p:txBody>
      </p:sp>
    </p:spTree>
    <p:extLst>
      <p:ext uri="{BB962C8B-B14F-4D97-AF65-F5344CB8AC3E}">
        <p14:creationId xmlns:p14="http://schemas.microsoft.com/office/powerpoint/2010/main" val="4028100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6039B-AB18-374C-6B80-9D7D519B5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39" y="-3629"/>
            <a:ext cx="6317571" cy="918028"/>
          </a:xfrm>
        </p:spPr>
        <p:txBody>
          <a:bodyPr/>
          <a:lstStyle/>
          <a:p>
            <a:r>
              <a:rPr lang="en-US">
                <a:latin typeface="Calisto MT"/>
              </a:rPr>
              <a:t>Control System Schematic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61AD1-E8C0-BDAF-7A84-664CD91FB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Picture 5" descr="The image illustrates a circuit diagram featuring a connector (HM￥ﾷﾥ) linked to a pin (￥ﾇﾺ￥ﾕﾡ), which is further connected to a pin labeled A1 with a value of 84.&#10;&#10;AI-generated content may be incorrect.">
            <a:extLst>
              <a:ext uri="{FF2B5EF4-FFF2-40B4-BE49-F238E27FC236}">
                <a16:creationId xmlns:a16="http://schemas.microsoft.com/office/drawing/2014/main" id="{F296E761-80E7-E814-BBC4-4EE8F1693C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784" y="914399"/>
            <a:ext cx="5549479" cy="556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337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93D2D-3682-6E67-2641-5FD2957B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B0C3F-B1BB-FA9F-D82E-72E77BF56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368" y="2552700"/>
            <a:ext cx="10018713" cy="1752599"/>
          </a:xfrm>
        </p:spPr>
        <p:txBody>
          <a:bodyPr>
            <a:normAutofit/>
          </a:bodyPr>
          <a:lstStyle/>
          <a:p>
            <a:r>
              <a:rPr lang="en-US" sz="8000"/>
              <a:t>Q/A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8C41A-959B-FC46-AE2F-BEDEAFC4A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503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09A6F-D0EE-0733-EA22-6112E543F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011" y="0"/>
            <a:ext cx="10018713" cy="1752599"/>
          </a:xfrm>
        </p:spPr>
        <p:txBody>
          <a:bodyPr/>
          <a:lstStyle/>
          <a:p>
            <a:r>
              <a:rPr lang="en-US"/>
              <a:t>ASTM Compliance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E4E9829-CDC6-1BD8-91AE-07B145653A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099844"/>
              </p:ext>
            </p:extLst>
          </p:nvPr>
        </p:nvGraphicFramePr>
        <p:xfrm>
          <a:off x="988738" y="1387156"/>
          <a:ext cx="10905810" cy="5288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F3DF3-08F8-2033-89F1-FF6D96ECD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747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99901-3C75-FBFC-0E02-70CC848A9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978" y="-147577"/>
            <a:ext cx="10018713" cy="1752599"/>
          </a:xfrm>
        </p:spPr>
        <p:txBody>
          <a:bodyPr/>
          <a:lstStyle/>
          <a:p>
            <a:r>
              <a:rPr lang="en-US" dirty="0"/>
              <a:t>Track Analysis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83C87C1-9E04-AD1B-E4AC-B4286F4A97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8137379"/>
              </p:ext>
            </p:extLst>
          </p:nvPr>
        </p:nvGraphicFramePr>
        <p:xfrm>
          <a:off x="4109014" y="1388963"/>
          <a:ext cx="4826642" cy="5103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DA01A-1C67-83F1-BB41-BB106B06D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937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0BA6-ABB4-61BB-6F82-9A242470C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"/>
            <a:ext cx="10018713" cy="1066800"/>
          </a:xfrm>
        </p:spPr>
        <p:txBody>
          <a:bodyPr/>
          <a:lstStyle/>
          <a:p>
            <a:r>
              <a:rPr lang="en-US"/>
              <a:t>Complete Data 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A6AEE-B342-D647-B647-B3380C185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7" name="Picture 6" descr="The diagram shows a time-based speed and force analysis for a roller coaster, detailing acceleration, normal force, lateral force, and flex for various sections such as lifthill entry, upper crest arcs, and turns.&#10;&#10;AI-generated content may be incorrect.">
            <a:extLst>
              <a:ext uri="{FF2B5EF4-FFF2-40B4-BE49-F238E27FC236}">
                <a16:creationId xmlns:a16="http://schemas.microsoft.com/office/drawing/2014/main" id="{31724202-C240-BA85-52DD-E06FCF39C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941" y="1066801"/>
            <a:ext cx="8002117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428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CD118-A5B0-5F49-1E98-562B56E4D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3A6908A-F6E3-D586-04D5-E1A070BF16B0}"/>
              </a:ext>
            </a:extLst>
          </p:cNvPr>
          <p:cNvSpPr txBox="1">
            <a:spLocks/>
          </p:cNvSpPr>
          <p:nvPr/>
        </p:nvSpPr>
        <p:spPr>
          <a:xfrm>
            <a:off x="0" y="-469231"/>
            <a:ext cx="12192000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Restraint Class Analysis</a:t>
            </a:r>
          </a:p>
        </p:txBody>
      </p:sp>
      <p:pic>
        <p:nvPicPr>
          <p:cNvPr id="12" name="Picture 11" descr="The image illustrates a diagram for determining seatback angle and acceleration for restraint systems, with values for various areas and directions, including eye position.&#10;&#10;AI-generated content may be incorrect.">
            <a:extLst>
              <a:ext uri="{FF2B5EF4-FFF2-40B4-BE49-F238E27FC236}">
                <a16:creationId xmlns:a16="http://schemas.microsoft.com/office/drawing/2014/main" id="{572F9099-8132-E49B-D66D-51A7BCC503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5331" y="769026"/>
            <a:ext cx="6881338" cy="531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51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019E-70E6-8C8D-E369-79AD05070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FA361-2719-699A-23FA-0DD9FE604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9BEC95B-3C81-6D01-15FF-3BE9E17B79B6}"/>
              </a:ext>
            </a:extLst>
          </p:cNvPr>
          <p:cNvSpPr txBox="1">
            <a:spLocks/>
          </p:cNvSpPr>
          <p:nvPr/>
        </p:nvSpPr>
        <p:spPr>
          <a:xfrm>
            <a:off x="0" y="-469231"/>
            <a:ext cx="12192000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Normal and Lateral Force</a:t>
            </a:r>
          </a:p>
        </p:txBody>
      </p:sp>
      <p:pic>
        <p:nvPicPr>
          <p:cNvPr id="5" name="Picture 4" descr="The image displays a track load graph with a normal load of 40 N, a lateral force of 20 N, and a force range from -20 to 10 N.&#10;&#10;AI-generated content may be incorrect.">
            <a:extLst>
              <a:ext uri="{FF2B5EF4-FFF2-40B4-BE49-F238E27FC236}">
                <a16:creationId xmlns:a16="http://schemas.microsoft.com/office/drawing/2014/main" id="{36278448-B342-536E-B7BF-C64D4A12E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45" y="1925117"/>
            <a:ext cx="11599003" cy="300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926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2313A-5153-92A6-9334-DF690B328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20F32-9E70-29DE-660D-EF1CB7E53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019FCF5-50DD-6966-292F-F828CEAFFB8E}"/>
              </a:ext>
            </a:extLst>
          </p:cNvPr>
          <p:cNvSpPr txBox="1">
            <a:spLocks/>
          </p:cNvSpPr>
          <p:nvPr/>
        </p:nvSpPr>
        <p:spPr>
          <a:xfrm>
            <a:off x="0" y="-469231"/>
            <a:ext cx="12192000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Velocity Analysis</a:t>
            </a:r>
          </a:p>
        </p:txBody>
      </p:sp>
      <p:pic>
        <p:nvPicPr>
          <p:cNvPr id="10" name="Picture 9" descr="The image depicts a velocity profile graph with a peak at speed 4 m/s and descending values as speed increases.&#10;&#10;AI-generated content may be incorrect.">
            <a:extLst>
              <a:ext uri="{FF2B5EF4-FFF2-40B4-BE49-F238E27FC236}">
                <a16:creationId xmlns:a16="http://schemas.microsoft.com/office/drawing/2014/main" id="{B2D3F2CC-86EE-08DF-05A8-60D4E7B02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79" y="2033591"/>
            <a:ext cx="10988842" cy="27908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38BD33-77EA-CCEF-E2AA-D21DB3979F21}"/>
              </a:ext>
            </a:extLst>
          </p:cNvPr>
          <p:cNvSpPr txBox="1"/>
          <p:nvPr/>
        </p:nvSpPr>
        <p:spPr>
          <a:xfrm>
            <a:off x="4082179" y="5474825"/>
            <a:ext cx="402764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Total Time: 9.77 seconds</a:t>
            </a:r>
          </a:p>
        </p:txBody>
      </p:sp>
    </p:spTree>
    <p:extLst>
      <p:ext uri="{BB962C8B-B14F-4D97-AF65-F5344CB8AC3E}">
        <p14:creationId xmlns:p14="http://schemas.microsoft.com/office/powerpoint/2010/main" val="2006570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EE93C-CE5D-B853-55BD-6CFB1FDF5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75C4D-0B61-304B-1FAE-1AF152968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1B8B593-350B-24B1-44D4-F6866AF51A1C}"/>
              </a:ext>
            </a:extLst>
          </p:cNvPr>
          <p:cNvSpPr txBox="1">
            <a:spLocks/>
          </p:cNvSpPr>
          <p:nvPr/>
        </p:nvSpPr>
        <p:spPr>
          <a:xfrm>
            <a:off x="0" y="-469231"/>
            <a:ext cx="12192000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Resultant Deflection</a:t>
            </a:r>
          </a:p>
        </p:txBody>
      </p:sp>
      <p:pic>
        <p:nvPicPr>
          <p:cNvPr id="5" name="Picture 4" descr="The diagram depicts a plot of resultant track deflection (in millimeters) versus time (in seconds), showing values at 0, 1, 2, 4, 6, 8, and 10 seconds.&#10;&#10;AI-generated content may be incorrect.">
            <a:extLst>
              <a:ext uri="{FF2B5EF4-FFF2-40B4-BE49-F238E27FC236}">
                <a16:creationId xmlns:a16="http://schemas.microsoft.com/office/drawing/2014/main" id="{0E5B94DF-4BE9-BDC2-3296-123C0A999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295" y="1283368"/>
            <a:ext cx="7157409" cy="481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724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48310-4CDC-2CB5-8BC3-079A6205C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1A638-87E8-BEDD-BC37-33D0A46AC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FAAB394-C760-BAAD-ADAA-481EEEBD50C4}"/>
              </a:ext>
            </a:extLst>
          </p:cNvPr>
          <p:cNvSpPr txBox="1">
            <a:spLocks/>
          </p:cNvSpPr>
          <p:nvPr/>
        </p:nvSpPr>
        <p:spPr>
          <a:xfrm>
            <a:off x="0" y="-469231"/>
            <a:ext cx="12192000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Normal and Lateral Deflection</a:t>
            </a:r>
          </a:p>
        </p:txBody>
      </p:sp>
      <p:pic>
        <p:nvPicPr>
          <p:cNvPr id="5" name="Picture 4" descr="The image shows a graph with time (s) on the x-axis and deflection (mm) on the y-axis, depicting a normal track deflection pattern with values ranging from -2 to 10 mm over a period of 8 seconds.&#10;&#10;AI-generated content may be incorrect.">
            <a:extLst>
              <a:ext uri="{FF2B5EF4-FFF2-40B4-BE49-F238E27FC236}">
                <a16:creationId xmlns:a16="http://schemas.microsoft.com/office/drawing/2014/main" id="{9839FDFD-E214-2F98-EC2A-DDB83EDEF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323" y="1657365"/>
            <a:ext cx="5372850" cy="3629532"/>
          </a:xfrm>
          <a:prstGeom prst="rect">
            <a:avLst/>
          </a:prstGeom>
        </p:spPr>
      </p:pic>
      <p:pic>
        <p:nvPicPr>
          <p:cNvPr id="8" name="Picture 7" descr="The image shows a graph plotting lateral track deflection in millimeters against time in seconds, indicating the deflection values at various time intervals.&#10;&#10;AI-generated content may be incorrect.">
            <a:extLst>
              <a:ext uri="{FF2B5EF4-FFF2-40B4-BE49-F238E27FC236}">
                <a16:creationId xmlns:a16="http://schemas.microsoft.com/office/drawing/2014/main" id="{48843F28-F76A-7D19-624F-AB042D8CD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829" y="1657365"/>
            <a:ext cx="5287113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8892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C730C-6B70-D1F1-F30F-EDABDD876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97716-2751-A80D-7AB9-51F9D404E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0347AE3-0A94-FF6E-15C1-387DB618424C}"/>
              </a:ext>
            </a:extLst>
          </p:cNvPr>
          <p:cNvSpPr txBox="1">
            <a:spLocks/>
          </p:cNvSpPr>
          <p:nvPr/>
        </p:nvSpPr>
        <p:spPr>
          <a:xfrm>
            <a:off x="0" y="-469231"/>
            <a:ext cx="12192000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Primary Lap Bar Force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BB7A92-6737-27A8-EE40-6C6F7D8B0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579" y="1283368"/>
            <a:ext cx="5110842" cy="50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14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B184B-7407-F62E-8C15-5316F6289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BCB5C-F3D4-CDBF-9A51-18A35DC5D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368" y="2552700"/>
            <a:ext cx="10018713" cy="1752599"/>
          </a:xfrm>
        </p:spPr>
        <p:txBody>
          <a:bodyPr>
            <a:normAutofit/>
          </a:bodyPr>
          <a:lstStyle/>
          <a:p>
            <a:r>
              <a:rPr lang="en-US" sz="8000"/>
              <a:t>Q/A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D37D4-431F-DF39-E813-7BB002928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14329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0E057-E220-F28D-D641-25E3F04BE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 Column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C6616-4799-9225-B3D1-BB07CC360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/>
              <a:t>SN Curve</a:t>
            </a:r>
          </a:p>
          <a:p>
            <a:pPr lvl="1"/>
            <a:r>
              <a:rPr lang="en-US"/>
              <a:t>ANSYS</a:t>
            </a:r>
          </a:p>
          <a:p>
            <a:pPr lvl="1"/>
            <a:r>
              <a:rPr lang="en-US"/>
              <a:t>Buckling</a:t>
            </a:r>
          </a:p>
          <a:p>
            <a:pPr lvl="1"/>
            <a:r>
              <a:rPr lang="en-US"/>
              <a:t>Tipping</a:t>
            </a:r>
          </a:p>
          <a:p>
            <a:pPr lvl="1"/>
            <a:r>
              <a:rPr lang="en-US"/>
              <a:t>Fatigue</a:t>
            </a:r>
          </a:p>
          <a:p>
            <a:pPr lvl="1"/>
            <a:r>
              <a:rPr lang="en-US"/>
              <a:t>Guide Sprocket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68539-980D-AFF0-F2E9-FB3DDC3F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8827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97091-6AC5-4D8C-3305-43C054B82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2C13F41-52C5-382F-FF1D-CABEC8C256CF}"/>
              </a:ext>
            </a:extLst>
          </p:cNvPr>
          <p:cNvSpPr txBox="1">
            <a:spLocks/>
          </p:cNvSpPr>
          <p:nvPr/>
        </p:nvSpPr>
        <p:spPr>
          <a:xfrm>
            <a:off x="0" y="-469231"/>
            <a:ext cx="12192000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SN Curve</a:t>
            </a:r>
          </a:p>
        </p:txBody>
      </p:sp>
      <p:pic>
        <p:nvPicPr>
          <p:cNvPr id="3" name="Picture 2" descr="The diagram illustrates an approximate S-N curve for copper, showing the relationship between stress amplitude and the number of cycles to failure, with data points for specific stress levels and corresponding cycle counts.&#10;&#10;AI-generated content may be incorrect.">
            <a:extLst>
              <a:ext uri="{FF2B5EF4-FFF2-40B4-BE49-F238E27FC236}">
                <a16:creationId xmlns:a16="http://schemas.microsoft.com/office/drawing/2014/main" id="{A461AD8F-65D7-98E1-F115-6C9D1C8E0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415" y="988996"/>
            <a:ext cx="7137169" cy="48800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AAA671-7D80-5BB0-D806-18D70B63DB72}"/>
              </a:ext>
            </a:extLst>
          </p:cNvPr>
          <p:cNvSpPr txBox="1"/>
          <p:nvPr/>
        </p:nvSpPr>
        <p:spPr>
          <a:xfrm>
            <a:off x="1596113" y="6031210"/>
            <a:ext cx="89997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Data from: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Copper Development Association Inc. “Fatigue Strength.” </a:t>
            </a:r>
            <a:r>
              <a:rPr lang="en-US" i="1" dirty="0">
                <a:solidFill>
                  <a:schemeClr val="bg1"/>
                </a:solidFill>
              </a:rPr>
              <a:t>Industrial Design Guide</a:t>
            </a:r>
            <a:r>
              <a:rPr lang="en-US" dirty="0">
                <a:solidFill>
                  <a:schemeClr val="bg1"/>
                </a:solidFill>
              </a:rPr>
              <a:t>, Copper.org</a:t>
            </a:r>
          </a:p>
        </p:txBody>
      </p:sp>
    </p:spTree>
    <p:extLst>
      <p:ext uri="{BB962C8B-B14F-4D97-AF65-F5344CB8AC3E}">
        <p14:creationId xmlns:p14="http://schemas.microsoft.com/office/powerpoint/2010/main" val="3315342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6972E-35D9-DD3F-CAEA-443A3D750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ANSYS – Shortest Tube – 41 mm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EDBD5-295E-BC51-BBD4-0CE01AB3C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10" name="Picture 9" descr="The image displays a series of measurements for short tubes with a diameter of 41 mm, depicting element size and deformation values.&#10;&#10;AI-generated content may be incorrect.">
            <a:extLst>
              <a:ext uri="{FF2B5EF4-FFF2-40B4-BE49-F238E27FC236}">
                <a16:creationId xmlns:a16="http://schemas.microsoft.com/office/drawing/2014/main" id="{D9A08BA5-09FD-CCB5-9727-BF164E5FF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59" y="2646947"/>
            <a:ext cx="5271009" cy="3135917"/>
          </a:xfrm>
          <a:prstGeom prst="rect">
            <a:avLst/>
          </a:prstGeom>
        </p:spPr>
      </p:pic>
      <p:pic>
        <p:nvPicPr>
          <p:cNvPr id="13" name="Picture 12" descr="The diagram illustrates a short tube with a length of 41 mm, showing a series of decreasing element sizes (0.05 mm to 0.005 mm) and their corresponding absolute percent differences, indicating a gradual decrease in size.&#10;&#10;AI-generated content may be incorrect.">
            <a:extLst>
              <a:ext uri="{FF2B5EF4-FFF2-40B4-BE49-F238E27FC236}">
                <a16:creationId xmlns:a16="http://schemas.microsoft.com/office/drawing/2014/main" id="{6794FFBF-3DBF-BD6B-DFE9-8CD607528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296" y="2646946"/>
            <a:ext cx="5168252" cy="31359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6FA334-94E6-0239-9DC9-8A1B0DC6A308}"/>
              </a:ext>
            </a:extLst>
          </p:cNvPr>
          <p:cNvSpPr txBox="1"/>
          <p:nvPr/>
        </p:nvSpPr>
        <p:spPr>
          <a:xfrm>
            <a:off x="2035415" y="5938877"/>
            <a:ext cx="222849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Deformation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6D8A47-D98D-0F68-DE35-6C2A0D634795}"/>
              </a:ext>
            </a:extLst>
          </p:cNvPr>
          <p:cNvSpPr txBox="1"/>
          <p:nvPr/>
        </p:nvSpPr>
        <p:spPr>
          <a:xfrm>
            <a:off x="6462548" y="5928367"/>
            <a:ext cx="564199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Absolute Percent Difference (&lt;5%)</a:t>
            </a:r>
          </a:p>
        </p:txBody>
      </p:sp>
    </p:spTree>
    <p:extLst>
      <p:ext uri="{BB962C8B-B14F-4D97-AF65-F5344CB8AC3E}">
        <p14:creationId xmlns:p14="http://schemas.microsoft.com/office/powerpoint/2010/main" val="11747728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9BBF2-B32B-7895-4E3F-B2FFA3CC2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FADF7-A67B-D598-928E-51D886FF3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ANSYS – Longest Tube – 385 mm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9E308-6C04-E5E9-E014-CDB60EFEA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Picture 5" descr="The image displays a line chart depicting the absolute percentage difference in element size, ranging from 0 to 0.006 mm, against an element size of 385 mm.&#10;&#10;AI-generated content may be incorrect.">
            <a:extLst>
              <a:ext uri="{FF2B5EF4-FFF2-40B4-BE49-F238E27FC236}">
                <a16:creationId xmlns:a16="http://schemas.microsoft.com/office/drawing/2014/main" id="{ECD46BD3-2DD0-E1AA-7C11-D9A66FB7B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250" y="2438399"/>
            <a:ext cx="5258298" cy="3126257"/>
          </a:xfrm>
          <a:prstGeom prst="rect">
            <a:avLst/>
          </a:prstGeom>
        </p:spPr>
      </p:pic>
      <p:pic>
        <p:nvPicPr>
          <p:cNvPr id="9" name="Picture 8" descr="The image displays a long tube with a diameter of 385 mm and a consistent deformation value of 4.865E-08, with deformation increasing in small increments up to 0.0006, alongside a list of element sizes in millimeters.&#10;&#10;AI-generated content may be incorrect.">
            <a:extLst>
              <a:ext uri="{FF2B5EF4-FFF2-40B4-BE49-F238E27FC236}">
                <a16:creationId xmlns:a16="http://schemas.microsoft.com/office/drawing/2014/main" id="{EC061903-5FB5-0451-1364-29BE0A53C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034" y="2438399"/>
            <a:ext cx="5696966" cy="31393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8DAB36-AD6B-F3C4-F83A-A16281B1A7D5}"/>
              </a:ext>
            </a:extLst>
          </p:cNvPr>
          <p:cNvSpPr txBox="1"/>
          <p:nvPr/>
        </p:nvSpPr>
        <p:spPr>
          <a:xfrm>
            <a:off x="6462548" y="5928367"/>
            <a:ext cx="564199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Absolute Percent Difference (&lt;5%)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48766-400B-785C-B525-77653EB39A41}"/>
              </a:ext>
            </a:extLst>
          </p:cNvPr>
          <p:cNvSpPr txBox="1"/>
          <p:nvPr/>
        </p:nvSpPr>
        <p:spPr>
          <a:xfrm>
            <a:off x="2035415" y="5938877"/>
            <a:ext cx="222849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Deformation</a:t>
            </a:r>
          </a:p>
        </p:txBody>
      </p:sp>
    </p:spTree>
    <p:extLst>
      <p:ext uri="{BB962C8B-B14F-4D97-AF65-F5344CB8AC3E}">
        <p14:creationId xmlns:p14="http://schemas.microsoft.com/office/powerpoint/2010/main" val="18663718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A2016-7576-1B9F-0497-FC93B84F4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10042F-9C2C-6ED0-44B7-21733687A676}"/>
              </a:ext>
            </a:extLst>
          </p:cNvPr>
          <p:cNvSpPr txBox="1">
            <a:spLocks/>
          </p:cNvSpPr>
          <p:nvPr/>
        </p:nvSpPr>
        <p:spPr>
          <a:xfrm>
            <a:off x="0" y="-469231"/>
            <a:ext cx="12192000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Buckling Analysis</a:t>
            </a:r>
          </a:p>
        </p:txBody>
      </p:sp>
      <p:pic>
        <p:nvPicPr>
          <p:cNvPr id="8" name="Picture 7" descr="The image displays a buckling analysis summary with moment of inertia, critical loads, and factors of safety for short and long tubes.&#10;&#10;AI-generated content may be incorrect.">
            <a:extLst>
              <a:ext uri="{FF2B5EF4-FFF2-40B4-BE49-F238E27FC236}">
                <a16:creationId xmlns:a16="http://schemas.microsoft.com/office/drawing/2014/main" id="{E594DB1A-AF23-4CFC-1160-087C00DB6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381" y="1431140"/>
            <a:ext cx="5393237" cy="399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326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ED35F-913D-3AA3-0C74-76A53CEA4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830FD-0A64-2396-0D80-B33F0A0D1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1003B1C-7708-56F3-511B-1ED4A5D4B475}"/>
              </a:ext>
            </a:extLst>
          </p:cNvPr>
          <p:cNvSpPr txBox="1">
            <a:spLocks/>
          </p:cNvSpPr>
          <p:nvPr/>
        </p:nvSpPr>
        <p:spPr>
          <a:xfrm>
            <a:off x="0" y="-469231"/>
            <a:ext cx="12192000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Tipping Analysis</a:t>
            </a:r>
          </a:p>
        </p:txBody>
      </p:sp>
      <p:pic>
        <p:nvPicPr>
          <p:cNvPr id="3" name="Picture 2" descr="The diagram displays the results of a structural analysis for a support column, showing total mass, combined center of gravity height, resisting moment, tipping moment, and tipping factor of safety.&#10;&#10;AI-generated content may be incorrect.">
            <a:extLst>
              <a:ext uri="{FF2B5EF4-FFF2-40B4-BE49-F238E27FC236}">
                <a16:creationId xmlns:a16="http://schemas.microsoft.com/office/drawing/2014/main" id="{E49D2164-AF14-4F26-7102-08512B1DF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312" y="1897684"/>
            <a:ext cx="6319375" cy="30626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0D22CA-05E8-776F-AFB0-33EE9C552BA1}"/>
              </a:ext>
            </a:extLst>
          </p:cNvPr>
          <p:cNvSpPr txBox="1"/>
          <p:nvPr/>
        </p:nvSpPr>
        <p:spPr>
          <a:xfrm>
            <a:off x="3350055" y="5151120"/>
            <a:ext cx="549188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Largest Support Column: 385 mm</a:t>
            </a:r>
          </a:p>
        </p:txBody>
      </p:sp>
    </p:spTree>
    <p:extLst>
      <p:ext uri="{BB962C8B-B14F-4D97-AF65-F5344CB8AC3E}">
        <p14:creationId xmlns:p14="http://schemas.microsoft.com/office/powerpoint/2010/main" val="26457075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ACADA-2E61-E546-1922-DDC57104E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12AEB-C286-FA8C-25B3-2BFF044E3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4C0F4B9-DFE5-A61B-4DF3-704D1D689C50}"/>
              </a:ext>
            </a:extLst>
          </p:cNvPr>
          <p:cNvSpPr txBox="1">
            <a:spLocks/>
          </p:cNvSpPr>
          <p:nvPr/>
        </p:nvSpPr>
        <p:spPr>
          <a:xfrm>
            <a:off x="0" y="-469231"/>
            <a:ext cx="12192000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Fatigue Analysis</a:t>
            </a:r>
          </a:p>
        </p:txBody>
      </p:sp>
      <p:pic>
        <p:nvPicPr>
          <p:cNvPr id="8" name="Picture 7" descr="The image displays a table summarizing the damage and failure on probability (FoS) statistics for different lifecycle scenarios of an unspecified component, including competition, full life, finite-life events, and combined lifetime data.&#10;&#10;AI-generated content may be incorrect.">
            <a:extLst>
              <a:ext uri="{FF2B5EF4-FFF2-40B4-BE49-F238E27FC236}">
                <a16:creationId xmlns:a16="http://schemas.microsoft.com/office/drawing/2014/main" id="{E0CB4824-54A4-DB3C-B4CC-5F6D3B5CA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6482" y="711951"/>
            <a:ext cx="4499035" cy="52011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49FEE73-27A7-0293-B7AF-6B91B4A398C7}"/>
              </a:ext>
            </a:extLst>
          </p:cNvPr>
          <p:cNvSpPr txBox="1"/>
          <p:nvPr/>
        </p:nvSpPr>
        <p:spPr>
          <a:xfrm>
            <a:off x="3350055" y="6045200"/>
            <a:ext cx="549188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Largest Support Column: 385 mm</a:t>
            </a:r>
          </a:p>
        </p:txBody>
      </p:sp>
    </p:spTree>
    <p:extLst>
      <p:ext uri="{BB962C8B-B14F-4D97-AF65-F5344CB8AC3E}">
        <p14:creationId xmlns:p14="http://schemas.microsoft.com/office/powerpoint/2010/main" val="113917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0A509-0F92-A25F-CABC-524DA2AE8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6D630-0E3A-34E5-A48C-203054E0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7C30241-D2C2-517F-49C3-2581987CEE75}"/>
              </a:ext>
            </a:extLst>
          </p:cNvPr>
          <p:cNvSpPr txBox="1">
            <a:spLocks/>
          </p:cNvSpPr>
          <p:nvPr/>
        </p:nvSpPr>
        <p:spPr>
          <a:xfrm>
            <a:off x="0" y="-469231"/>
            <a:ext cx="12192000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 cap="none">
                <a:ln w="3175" cmpd="sng">
                  <a:noFill/>
                </a:ln>
                <a:solidFill>
                  <a:schemeClr val="bg1"/>
                </a:solidFill>
                <a:effectLst/>
                <a:latin typeface="Calisto MT" panose="02040603050505030304" pitchFamily="18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Guide Sprocket Analysis</a:t>
            </a:r>
          </a:p>
        </p:txBody>
      </p:sp>
      <p:pic>
        <p:nvPicPr>
          <p:cNvPr id="8" name="Picture 7" descr="The image shows a detailed mechanical assembly featuring a complex network of gears and pipes, likely part of a larger machine or engine.&#10;&#10;AI-generated content may be incorrect.">
            <a:extLst>
              <a:ext uri="{FF2B5EF4-FFF2-40B4-BE49-F238E27FC236}">
                <a16:creationId xmlns:a16="http://schemas.microsoft.com/office/drawing/2014/main" id="{2F14D319-141F-5744-FF68-C3FD3CB6A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916" y="1283368"/>
            <a:ext cx="2636353" cy="520950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D9BAE28F-00CC-71A6-1D6F-E52F10687B6E}"/>
              </a:ext>
            </a:extLst>
          </p:cNvPr>
          <p:cNvSpPr/>
          <p:nvPr/>
        </p:nvSpPr>
        <p:spPr>
          <a:xfrm>
            <a:off x="8742947" y="3048000"/>
            <a:ext cx="1892969" cy="205338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The diagram illustrates a guide sprocket analysis, showing a force of 0.158 N, an overturning moment of 0.0304 N-m, a restoring moment of 0.0491 N-m, a safety factor against tipping of 1.61, and a bending moment of 0.0045 N-m, indicating a stable system with adequate margin.&#10;&#10;AI-generated content may be incorrect.">
            <a:extLst>
              <a:ext uri="{FF2B5EF4-FFF2-40B4-BE49-F238E27FC236}">
                <a16:creationId xmlns:a16="http://schemas.microsoft.com/office/drawing/2014/main" id="{1DF8A954-DDAD-765B-CACA-88AE788EB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478" y="2113275"/>
            <a:ext cx="6814645" cy="354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2560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7037C-B835-38A4-8BFC-5B002698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7594E-DA4C-F62B-E88A-1B18861EF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368" y="2552700"/>
            <a:ext cx="10018713" cy="1752599"/>
          </a:xfrm>
        </p:spPr>
        <p:txBody>
          <a:bodyPr>
            <a:normAutofit/>
          </a:bodyPr>
          <a:lstStyle/>
          <a:p>
            <a:r>
              <a:rPr lang="en-US" sz="8000"/>
              <a:t>Q/A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D1686-EC41-F563-0B72-5CD5C3C68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1498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96150-658C-4D19-19A6-4693D4914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453" y="2817585"/>
            <a:ext cx="2462215" cy="1217385"/>
          </a:xfrm>
        </p:spPr>
        <p:txBody>
          <a:bodyPr>
            <a:normAutofit/>
          </a:bodyPr>
          <a:lstStyle/>
          <a:p>
            <a:r>
              <a:rPr lang="en-US"/>
              <a:t>Safety </a:t>
            </a:r>
            <a:r>
              <a:rPr lang="en-US">
                <a:solidFill>
                  <a:srgbClr val="FFFFFF"/>
                </a:solidFill>
              </a:rPr>
              <a:t>Protocols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49835-9B0F-004A-6159-1A14A1CD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BA0248D-532E-1080-DA46-C8890E74C6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6824083"/>
              </p:ext>
            </p:extLst>
          </p:nvPr>
        </p:nvGraphicFramePr>
        <p:xfrm>
          <a:off x="3196975" y="1586456"/>
          <a:ext cx="6542429" cy="3680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139468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AF557-6573-D98F-9E49-35DC78287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A4E37-61CD-5B25-88D8-21A1E3EA8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368" y="2552700"/>
            <a:ext cx="10018713" cy="1752599"/>
          </a:xfrm>
        </p:spPr>
        <p:txBody>
          <a:bodyPr>
            <a:normAutofit/>
          </a:bodyPr>
          <a:lstStyle/>
          <a:p>
            <a:r>
              <a:rPr lang="en-US" sz="8000"/>
              <a:t>Q/A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25543-C77D-7A08-106C-5B1889A4F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759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E3787-6BD2-8014-3530-3BE2FB3A8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Calisto MT"/>
              </a:rPr>
              <a:t>Future Plans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EB31F5-4497-A3ED-2C34-BBA5DC2F76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9883511"/>
              </p:ext>
            </p:extLst>
          </p:nvPr>
        </p:nvGraphicFramePr>
        <p:xfrm>
          <a:off x="2963593" y="392325"/>
          <a:ext cx="7286286" cy="6100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255A5-688E-9DEA-7DB6-247E6E5D9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3051" y="6492875"/>
            <a:ext cx="897081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021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2EAC6F4-CC14-4018-8EB7-80E98A207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20B54FFC-1F45-4851-B17E-27AA9F2AA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41D2D494-2435-4150-B9D3-974CD924E5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1919E1BB-9B82-4C97-919D-92ED3FFE66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6F8ACC16-1243-4719-B21E-C286C1026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453E1702-AF03-4993-9127-D048E9314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B0A6365B-1292-4142-BA51-04BCB3D4C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1C65D51-6E72-0AF1-96C4-5B7793290A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25612" b="27899"/>
          <a:stretch>
            <a:fillRect/>
          </a:stretch>
        </p:blipFill>
        <p:spPr>
          <a:xfrm>
            <a:off x="796065" y="10"/>
            <a:ext cx="11395934" cy="6857990"/>
          </a:xfrm>
          <a:custGeom>
            <a:avLst/>
            <a:gdLst/>
            <a:ahLst/>
            <a:cxnLst/>
            <a:rect l="l" t="t" r="r" b="b"/>
            <a:pathLst>
              <a:path w="11395934" h="6858000">
                <a:moveTo>
                  <a:pt x="867942" y="0"/>
                </a:moveTo>
                <a:lnTo>
                  <a:pt x="1786638" y="0"/>
                </a:lnTo>
                <a:lnTo>
                  <a:pt x="11395934" y="0"/>
                </a:lnTo>
                <a:lnTo>
                  <a:pt x="11395934" y="6858000"/>
                </a:lnTo>
                <a:lnTo>
                  <a:pt x="1925619" y="6858000"/>
                </a:lnTo>
                <a:lnTo>
                  <a:pt x="1924311" y="6820097"/>
                </a:lnTo>
                <a:lnTo>
                  <a:pt x="1925076" y="6858000"/>
                </a:lnTo>
                <a:lnTo>
                  <a:pt x="1892647" y="6858000"/>
                </a:lnTo>
                <a:lnTo>
                  <a:pt x="0" y="5314276"/>
                </a:lnTo>
                <a:cubicBezTo>
                  <a:pt x="282142" y="3542851"/>
                  <a:pt x="585800" y="1771425"/>
                  <a:pt x="86794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006300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bbaa85-1daf-498a-acd6-44e583208cbb">
      <Terms xmlns="http://schemas.microsoft.com/office/infopath/2007/PartnerControls"/>
    </lcf76f155ced4ddcb4097134ff3c332f>
    <TaxCatchAll xmlns="88916fe3-f742-4c67-ba34-d52f3e03b5b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C23A9B9736574994E88EF6318CFCFF" ma:contentTypeVersion="18" ma:contentTypeDescription="Create a new document." ma:contentTypeScope="" ma:versionID="aa6c1a30a1775bde2c9b5a0e2b4318a4">
  <xsd:schema xmlns:xsd="http://www.w3.org/2001/XMLSchema" xmlns:xs="http://www.w3.org/2001/XMLSchema" xmlns:p="http://schemas.microsoft.com/office/2006/metadata/properties" xmlns:ns2="36bbaa85-1daf-498a-acd6-44e583208cbb" xmlns:ns3="88916fe3-f742-4c67-ba34-d52f3e03b5b1" targetNamespace="http://schemas.microsoft.com/office/2006/metadata/properties" ma:root="true" ma:fieldsID="6b107466cdd95a490eac91d1c80e784d" ns2:_="" ns3:_="">
    <xsd:import namespace="36bbaa85-1daf-498a-acd6-44e583208cbb"/>
    <xsd:import namespace="88916fe3-f742-4c67-ba34-d52f3e03b5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bbaa85-1daf-498a-acd6-44e583208c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84d4cd7-a39b-4460-b33b-417b4461d63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916fe3-f742-4c67-ba34-d52f3e03b5b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a80dfeb4-d517-4af2-bf86-bbb1ed0818a8}" ma:internalName="TaxCatchAll" ma:showField="CatchAllData" ma:web="88916fe3-f742-4c67-ba34-d52f3e03b5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28DA75-3D87-40C3-B10B-0AE14026165B}">
  <ds:schemaRefs>
    <ds:schemaRef ds:uri="http://schemas.microsoft.com/office/2006/documentManagement/types"/>
    <ds:schemaRef ds:uri="http://purl.org/dc/dcmitype/"/>
    <ds:schemaRef ds:uri="http://www.w3.org/XML/1998/namespace"/>
    <ds:schemaRef ds:uri="http://purl.org/dc/terms/"/>
    <ds:schemaRef ds:uri="http://purl.org/dc/elements/1.1/"/>
    <ds:schemaRef ds:uri="88916fe3-f742-4c67-ba34-d52f3e03b5b1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36bbaa85-1daf-498a-acd6-44e583208cbb"/>
  </ds:schemaRefs>
</ds:datastoreItem>
</file>

<file path=customXml/itemProps2.xml><?xml version="1.0" encoding="utf-8"?>
<ds:datastoreItem xmlns:ds="http://schemas.openxmlformats.org/officeDocument/2006/customXml" ds:itemID="{BC3FF0A8-35D5-4290-8549-7782A2BB929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C2036E-7EB1-44ED-8B1D-11891515053B}">
  <ds:schemaRefs>
    <ds:schemaRef ds:uri="36bbaa85-1daf-498a-acd6-44e583208cbb"/>
    <ds:schemaRef ds:uri="88916fe3-f742-4c67-ba34-d52f3e03b5b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baf8218e-b302-4465-a993-4a39c97251b2}" enabled="0" method="" siteId="{baf8218e-b302-4465-a993-4a39c97251b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0</TotalTime>
  <Words>748</Words>
  <Application>Microsoft Office PowerPoint</Application>
  <PresentationFormat>Widescreen</PresentationFormat>
  <Paragraphs>197</Paragraphs>
  <Slides>37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</vt:lpstr>
      <vt:lpstr>Arial</vt:lpstr>
      <vt:lpstr>Calisto MT</vt:lpstr>
      <vt:lpstr>Cambria Math</vt:lpstr>
      <vt:lpstr>Corbel</vt:lpstr>
      <vt:lpstr>Parallax</vt:lpstr>
      <vt:lpstr>PowerPoint Presentation</vt:lpstr>
      <vt:lpstr>Introduction</vt:lpstr>
      <vt:lpstr>Design Process of Ride</vt:lpstr>
      <vt:lpstr>Competition Constraints</vt:lpstr>
      <vt:lpstr>FVD++</vt:lpstr>
      <vt:lpstr>SolidWorks</vt:lpstr>
      <vt:lpstr>Modifications</vt:lpstr>
      <vt:lpstr>Modifications</vt:lpstr>
      <vt:lpstr>Q/A</vt:lpstr>
      <vt:lpstr>Theory of Operation</vt:lpstr>
      <vt:lpstr>Ride System Overview</vt:lpstr>
      <vt:lpstr>Mechanical Subsystems</vt:lpstr>
      <vt:lpstr>Control System Schematic</vt:lpstr>
      <vt:lpstr>Q/A</vt:lpstr>
      <vt:lpstr>ASTM Compliance</vt:lpstr>
      <vt:lpstr>Track Analysis</vt:lpstr>
      <vt:lpstr>Complete Data 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Q/A</vt:lpstr>
      <vt:lpstr>Support Column Analysis</vt:lpstr>
      <vt:lpstr>PowerPoint Presentation</vt:lpstr>
      <vt:lpstr>ANSYS – Shortest Tube – 41 mm</vt:lpstr>
      <vt:lpstr>ANSYS – Longest Tube – 385 mm</vt:lpstr>
      <vt:lpstr>PowerPoint Presentation</vt:lpstr>
      <vt:lpstr>PowerPoint Presentation</vt:lpstr>
      <vt:lpstr>PowerPoint Presentation</vt:lpstr>
      <vt:lpstr>PowerPoint Presentation</vt:lpstr>
      <vt:lpstr>Q/A</vt:lpstr>
      <vt:lpstr>Safety Protocols</vt:lpstr>
      <vt:lpstr>Q/A</vt:lpstr>
      <vt:lpstr>Future Plans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Farinacci, Josiah</dc:creator>
  <cp:lastModifiedBy>Farinacci, Josiah</cp:lastModifiedBy>
  <cp:revision>1</cp:revision>
  <dcterms:created xsi:type="dcterms:W3CDTF">2026-01-09T02:08:48Z</dcterms:created>
  <dcterms:modified xsi:type="dcterms:W3CDTF">2026-08-06T00:15:36Z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0x0101009BC23A9B9736574994E88EF6318CFCFF</vt:lpwstr>
  </property>
  <property fmtid="{D5CDD505-2E9C-101B-9397-08002B2CF9AE}" pid="3" name="MediaServiceImageTags">
    <vt:lpwstr/>
  </property>
</Properties>
</file>